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304" r:id="rId2"/>
    <p:sldId id="30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307" r:id="rId37"/>
    <p:sldId id="308" r:id="rId38"/>
    <p:sldId id="314" r:id="rId39"/>
    <p:sldId id="310" r:id="rId40"/>
    <p:sldId id="311" r:id="rId41"/>
    <p:sldId id="313" r:id="rId42"/>
    <p:sldId id="315" r:id="rId43"/>
    <p:sldId id="312" r:id="rId44"/>
  </p:sldIdLst>
  <p:sldSz cx="7556500" cy="10693400"/>
  <p:notesSz cx="7556500" cy="10693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86" d="100"/>
          <a:sy n="86" d="100"/>
        </p:scale>
        <p:origin x="1338" y="-66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4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5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6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7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28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29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30.e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7213" y="3314954"/>
            <a:ext cx="6428422" cy="22456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4427" y="5988304"/>
            <a:ext cx="5293995" cy="2673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11/5/2025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53975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-50" dirty="0"/>
              <a:pPr marL="53975">
                <a:lnSpc>
                  <a:spcPct val="100000"/>
                </a:lnSpc>
                <a:spcBef>
                  <a:spcPts val="25"/>
                </a:spcBef>
              </a:pPr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11/5/2025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53975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-50" dirty="0"/>
              <a:pPr marL="53975">
                <a:lnSpc>
                  <a:spcPct val="100000"/>
                </a:lnSpc>
                <a:spcBef>
                  <a:spcPts val="25"/>
                </a:spcBef>
              </a:pPr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78142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3894867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11/5/2025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53975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-50" dirty="0"/>
              <a:pPr marL="53975">
                <a:lnSpc>
                  <a:spcPct val="100000"/>
                </a:lnSpc>
                <a:spcBef>
                  <a:spcPts val="25"/>
                </a:spcBef>
              </a:pPr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11/5/2025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53975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-50" dirty="0"/>
              <a:pPr marL="53975">
                <a:lnSpc>
                  <a:spcPct val="100000"/>
                </a:lnSpc>
                <a:spcBef>
                  <a:spcPts val="25"/>
                </a:spcBef>
              </a:pPr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11/5/2025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53975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-50" dirty="0"/>
              <a:pPr marL="53975">
                <a:lnSpc>
                  <a:spcPct val="100000"/>
                </a:lnSpc>
                <a:spcBef>
                  <a:spcPts val="25"/>
                </a:spcBef>
              </a:pPr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8142" y="427736"/>
            <a:ext cx="6806565" cy="17109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8142" y="2459482"/>
            <a:ext cx="6806565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71369" y="9944862"/>
            <a:ext cx="2420112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814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11/5/2025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3684651" y="9991183"/>
            <a:ext cx="228600" cy="2114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53975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-50" dirty="0"/>
              <a:pPr marL="53975">
                <a:lnSpc>
                  <a:spcPct val="100000"/>
                </a:lnSpc>
                <a:spcBef>
                  <a:spcPts val="25"/>
                </a:spcBef>
              </a:pPr>
              <a:t>‹#›</a:t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5.xml"/><Relationship Id="rId6" Type="http://schemas.openxmlformats.org/officeDocument/2006/relationships/image" Target="https://tse3.mm.bing.net/th?id=OIP.6dkSHRPlPYAtiK6Be7smOgAAAA&amp;pid=Api&amp;P=0&amp;h=180" TargetMode="Externa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swathisusila" TargetMode="External"/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23.emf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24.emf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25.emf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26.emf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5.vml"/><Relationship Id="rId4" Type="http://schemas.openxmlformats.org/officeDocument/2006/relationships/image" Target="../media/image27.emf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6.vml"/><Relationship Id="rId4" Type="http://schemas.openxmlformats.org/officeDocument/2006/relationships/image" Target="../media/image28.emf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7.vml"/><Relationship Id="rId4" Type="http://schemas.openxmlformats.org/officeDocument/2006/relationships/image" Target="../media/image29.emf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8.vml"/><Relationship Id="rId4" Type="http://schemas.openxmlformats.org/officeDocument/2006/relationships/image" Target="../media/image30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/>
          <p:nvPr/>
        </p:nvSpPr>
        <p:spPr>
          <a:xfrm>
            <a:off x="304291" y="304800"/>
            <a:ext cx="6953884" cy="10083800"/>
          </a:xfrm>
          <a:custGeom>
            <a:avLst/>
            <a:gdLst/>
            <a:ahLst/>
            <a:cxnLst/>
            <a:rect l="l" t="t" r="r" b="b"/>
            <a:pathLst>
              <a:path w="6953884" h="10083800">
                <a:moveTo>
                  <a:pt x="0" y="3047"/>
                </a:moveTo>
                <a:lnTo>
                  <a:pt x="6953631" y="3047"/>
                </a:lnTo>
              </a:path>
              <a:path w="6953884" h="10083800">
                <a:moveTo>
                  <a:pt x="0" y="10080498"/>
                </a:moveTo>
                <a:lnTo>
                  <a:pt x="6953631" y="10080498"/>
                </a:lnTo>
              </a:path>
              <a:path w="6953884" h="10083800">
                <a:moveTo>
                  <a:pt x="3047" y="0"/>
                </a:moveTo>
                <a:lnTo>
                  <a:pt x="3047" y="10083546"/>
                </a:lnTo>
              </a:path>
              <a:path w="6953884" h="10083800">
                <a:moveTo>
                  <a:pt x="6950583" y="6096"/>
                </a:moveTo>
                <a:lnTo>
                  <a:pt x="6950583" y="10083546"/>
                </a:lnTo>
              </a:path>
            </a:pathLst>
          </a:custGeom>
          <a:ln w="60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69" name="image1.jpeg">
            <a:extLst>
              <a:ext uri="{FF2B5EF4-FFF2-40B4-BE49-F238E27FC236}">
                <a16:creationId xmlns="" xmlns:a16="http://schemas.microsoft.com/office/drawing/2014/main" id="{A6C75908-D1EF-446D-D528-6163FDB513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18861" y="6413501"/>
            <a:ext cx="912812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70" name="Picture 1">
            <a:extLst>
              <a:ext uri="{FF2B5EF4-FFF2-40B4-BE49-F238E27FC236}">
                <a16:creationId xmlns="" xmlns:a16="http://schemas.microsoft.com/office/drawing/2014/main" id="{701FA360-9DCF-95EC-2750-9ADEEC6AF8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9921" y="425281"/>
            <a:ext cx="1265237" cy="1028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71" name="Picture 23" descr="Naan Mudhalvan – KCG College of Technology">
            <a:extLst>
              <a:ext uri="{FF2B5EF4-FFF2-40B4-BE49-F238E27FC236}">
                <a16:creationId xmlns="" xmlns:a16="http://schemas.microsoft.com/office/drawing/2014/main" id="{5BEF3DCD-B948-3DBF-9EE2-C9D1A51B84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342" y="472804"/>
            <a:ext cx="1562100" cy="892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1" name="Rectangle 29">
            <a:extLst>
              <a:ext uri="{FF2B5EF4-FFF2-40B4-BE49-F238E27FC236}">
                <a16:creationId xmlns="" xmlns:a16="http://schemas.microsoft.com/office/drawing/2014/main" id="{5E7B11D3-06B5-7D7F-A203-DCFA6C2971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7750" y="744528"/>
            <a:ext cx="184731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 sz="11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76" name="Picture 28">
            <a:extLst>
              <a:ext uri="{FF2B5EF4-FFF2-40B4-BE49-F238E27FC236}">
                <a16:creationId xmlns="" xmlns:a16="http://schemas.microsoft.com/office/drawing/2014/main" id="{C6DD46C6-2A9E-89C8-C996-4D86E05ABD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r:link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41068" y="419623"/>
            <a:ext cx="1058863" cy="9985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80" name="Picture 1">
            <a:extLst>
              <a:ext uri="{FF2B5EF4-FFF2-40B4-BE49-F238E27FC236}">
                <a16:creationId xmlns="" xmlns:a16="http://schemas.microsoft.com/office/drawing/2014/main" id="{E5B7D8C7-48CE-E9EA-7C99-724BD6410C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24821" y="444584"/>
            <a:ext cx="1227137" cy="1104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4" name="TextBox 33">
            <a:extLst>
              <a:ext uri="{FF2B5EF4-FFF2-40B4-BE49-F238E27FC236}">
                <a16:creationId xmlns="" xmlns:a16="http://schemas.microsoft.com/office/drawing/2014/main" id="{BD3DC1BE-3C68-1EDA-1CCC-0E4638B87CDB}"/>
              </a:ext>
            </a:extLst>
          </p:cNvPr>
          <p:cNvSpPr txBox="1"/>
          <p:nvPr/>
        </p:nvSpPr>
        <p:spPr>
          <a:xfrm>
            <a:off x="298325" y="1890817"/>
            <a:ext cx="6953884" cy="13385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algn="ctr">
              <a:lnSpc>
                <a:spcPct val="200000"/>
              </a:lnSpc>
              <a:spcBef>
                <a:spcPts val="290"/>
              </a:spcBef>
              <a:spcAft>
                <a:spcPts val="800"/>
              </a:spcAft>
              <a:buNone/>
            </a:pPr>
            <a:r>
              <a:rPr lang="en-US" sz="11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NM1051 – SERVICENOW ADMINISTRATOR – SMART INTERNZ</a:t>
            </a:r>
            <a:endParaRPr lang="en-IN" sz="1100" b="1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algn="ctr">
              <a:lnSpc>
                <a:spcPct val="200000"/>
              </a:lnSpc>
              <a:spcBef>
                <a:spcPts val="290"/>
              </a:spcBef>
              <a:spcAft>
                <a:spcPts val="800"/>
              </a:spcAft>
              <a:buNone/>
            </a:pPr>
            <a:r>
              <a:rPr lang="en-IN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LAPTOP </a:t>
            </a:r>
            <a:r>
              <a:rPr lang="en-US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REQUEST CATALOG ITEM</a:t>
            </a:r>
            <a:endParaRPr lang="en-IN" sz="1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algn="ctr">
              <a:lnSpc>
                <a:spcPct val="200000"/>
              </a:lnSpc>
              <a:spcBef>
                <a:spcPts val="290"/>
              </a:spcBef>
              <a:spcAft>
                <a:spcPts val="800"/>
              </a:spcAft>
              <a:buNone/>
            </a:pPr>
            <a:r>
              <a:rPr lang="en-US" sz="11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 PROJECT REPORT</a:t>
            </a:r>
            <a:endParaRPr lang="en-IN" sz="1100" b="1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="" xmlns:a16="http://schemas.microsoft.com/office/drawing/2014/main" id="{6EEAC6EF-358A-982C-2FF2-AF06CD277488}"/>
              </a:ext>
            </a:extLst>
          </p:cNvPr>
          <p:cNvSpPr txBox="1"/>
          <p:nvPr/>
        </p:nvSpPr>
        <p:spPr>
          <a:xfrm>
            <a:off x="571342" y="7480301"/>
            <a:ext cx="6666262" cy="22724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26465" marR="901700" algn="ctr">
              <a:lnSpc>
                <a:spcPct val="107000"/>
              </a:lnSpc>
              <a:spcBef>
                <a:spcPts val="5"/>
              </a:spcBef>
              <a:spcAft>
                <a:spcPts val="800"/>
              </a:spcAft>
              <a:buNone/>
            </a:pPr>
            <a:r>
              <a:rPr lang="en-US" sz="11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SRI RAMAKRISHNA COLLEGE OF ENGINEERING</a:t>
            </a:r>
            <a:endParaRPr lang="en-IN" sz="1100" b="1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1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IN" sz="1100" b="1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925195" marR="901700"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1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ANNA UNIVERSITY : CHENNAI 600 025</a:t>
            </a:r>
            <a:endParaRPr lang="en-IN" sz="1100" b="1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Bef>
                <a:spcPts val="55"/>
              </a:spcBef>
              <a:spcAft>
                <a:spcPts val="800"/>
              </a:spcAft>
              <a:buNone/>
            </a:pPr>
            <a:r>
              <a:rPr lang="en-US" sz="11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IN" sz="1100" b="1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926465" marR="899795"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1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NOV/DEC </a:t>
            </a:r>
            <a:r>
              <a:rPr lang="en-US" sz="1100" b="1" kern="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2025</a:t>
            </a:r>
          </a:p>
          <a:p>
            <a:pPr marL="926465" marR="899795" algn="ctr">
              <a:lnSpc>
                <a:spcPct val="107000"/>
              </a:lnSpc>
              <a:spcAft>
                <a:spcPts val="800"/>
              </a:spcAft>
              <a:buNone/>
            </a:pPr>
            <a:endParaRPr lang="en-US" sz="1100" b="1" kern="0" dirty="0" smtClean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26465" marR="899795" algn="ctr">
              <a:lnSpc>
                <a:spcPct val="107000"/>
              </a:lnSpc>
              <a:spcAft>
                <a:spcPts val="800"/>
              </a:spcAft>
            </a:pPr>
            <a:r>
              <a:rPr lang="en-US" sz="1100" b="1" kern="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ANNA UNIVERSITY : CHENNAI 600 025</a:t>
            </a:r>
            <a:endParaRPr lang="en-IN" sz="1100" kern="100" dirty="0" smtClean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926465" marR="899795" algn="ctr">
              <a:lnSpc>
                <a:spcPct val="107000"/>
              </a:lnSpc>
              <a:spcAft>
                <a:spcPts val="800"/>
              </a:spcAft>
              <a:buNone/>
            </a:pPr>
            <a:endParaRPr lang="en-IN" sz="1100" b="1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53EC98DB-5F50-17A1-A198-CD19FCAF1F6A}"/>
              </a:ext>
            </a:extLst>
          </p:cNvPr>
          <p:cNvSpPr txBox="1"/>
          <p:nvPr/>
        </p:nvSpPr>
        <p:spPr>
          <a:xfrm>
            <a:off x="312930" y="3517900"/>
            <a:ext cx="6924674" cy="3133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3080" marR="901700" indent="401320" algn="ctr">
              <a:lnSpc>
                <a:spcPct val="107000"/>
              </a:lnSpc>
              <a:spcBef>
                <a:spcPts val="5"/>
              </a:spcBef>
              <a:spcAft>
                <a:spcPts val="800"/>
              </a:spcAft>
              <a:buNone/>
            </a:pPr>
            <a:r>
              <a:rPr lang="en-US" sz="1100" b="1" i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Submitted </a:t>
            </a:r>
            <a:r>
              <a:rPr lang="en-US" sz="1100" b="1" i="1" kern="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endParaRPr lang="en-IN" sz="1100" b="1" i="1" kern="1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100" b="1" dirty="0" smtClean="0"/>
              <a:t>                                                    </a:t>
            </a:r>
            <a:r>
              <a:rPr lang="en-US" sz="1100" dirty="0" smtClean="0"/>
              <a:t>SWATHI </a:t>
            </a:r>
            <a:r>
              <a:rPr lang="en-US" sz="1100" dirty="0"/>
              <a:t>B                      (815422243026)</a:t>
            </a:r>
          </a:p>
          <a:p>
            <a:r>
              <a:rPr lang="en-US" sz="1100" dirty="0"/>
              <a:t>                          </a:t>
            </a:r>
            <a:r>
              <a:rPr lang="en-US" sz="1100" dirty="0" smtClean="0"/>
              <a:t>                          RAJASHREE </a:t>
            </a:r>
            <a:r>
              <a:rPr lang="en-US" sz="1100" dirty="0"/>
              <a:t>D              (815422243017)</a:t>
            </a:r>
          </a:p>
          <a:p>
            <a:r>
              <a:rPr lang="en-US" sz="1100" dirty="0"/>
              <a:t>                          </a:t>
            </a:r>
            <a:r>
              <a:rPr lang="en-US" sz="1100" dirty="0" smtClean="0"/>
              <a:t>                          SANGAMITHRA </a:t>
            </a:r>
            <a:r>
              <a:rPr lang="en-US" sz="1100" dirty="0"/>
              <a:t>S     </a:t>
            </a:r>
            <a:r>
              <a:rPr lang="en-US" sz="1100" dirty="0" smtClean="0"/>
              <a:t>    </a:t>
            </a:r>
            <a:r>
              <a:rPr lang="en-US" sz="1100" dirty="0"/>
              <a:t>(815422243020)</a:t>
            </a:r>
          </a:p>
          <a:p>
            <a:r>
              <a:rPr lang="en-US" sz="1100" dirty="0"/>
              <a:t>                          </a:t>
            </a:r>
            <a:r>
              <a:rPr lang="en-US" sz="1100" dirty="0" smtClean="0"/>
              <a:t>                          SHEELA </a:t>
            </a:r>
            <a:r>
              <a:rPr lang="en-US" sz="1100" dirty="0"/>
              <a:t>G                     </a:t>
            </a:r>
            <a:r>
              <a:rPr lang="en-US" sz="1100" dirty="0" smtClean="0"/>
              <a:t>(</a:t>
            </a:r>
            <a:r>
              <a:rPr lang="en-US" sz="1100" dirty="0"/>
              <a:t>815422243023</a:t>
            </a:r>
            <a:r>
              <a:rPr lang="en-US" sz="1100" b="1" dirty="0"/>
              <a:t>)</a:t>
            </a:r>
            <a:endParaRPr lang="en-US" sz="1100" dirty="0"/>
          </a:p>
          <a:p>
            <a:r>
              <a:rPr lang="en-US" sz="1100" b="1" dirty="0"/>
              <a:t>                                 </a:t>
            </a:r>
            <a:endParaRPr lang="en-IN" sz="1100" b="1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926465" marR="901700" algn="ctr">
              <a:lnSpc>
                <a:spcPct val="107000"/>
              </a:lnSpc>
              <a:spcBef>
                <a:spcPts val="1190"/>
              </a:spcBef>
              <a:spcAft>
                <a:spcPts val="800"/>
              </a:spcAft>
              <a:buNone/>
            </a:pPr>
            <a:r>
              <a:rPr lang="en-US" sz="11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BACHELOR OF TECHNOLOGY </a:t>
            </a:r>
            <a:endParaRPr lang="en-IN" sz="11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926465" marR="898525" algn="ctr">
              <a:lnSpc>
                <a:spcPct val="107000"/>
              </a:lnSpc>
              <a:spcBef>
                <a:spcPts val="5"/>
              </a:spcBef>
              <a:spcAft>
                <a:spcPts val="800"/>
              </a:spcAft>
              <a:buNone/>
            </a:pPr>
            <a:r>
              <a:rPr lang="en-US" sz="11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endParaRPr lang="en-IN" sz="11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926465" marR="898525" algn="ctr">
              <a:lnSpc>
                <a:spcPct val="107000"/>
              </a:lnSpc>
              <a:spcBef>
                <a:spcPts val="5"/>
              </a:spcBef>
              <a:spcAft>
                <a:spcPts val="800"/>
              </a:spcAft>
              <a:buNone/>
            </a:pPr>
            <a:r>
              <a:rPr lang="en-US" sz="11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IN" sz="11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926465" marR="898525" algn="ctr">
              <a:lnSpc>
                <a:spcPct val="107000"/>
              </a:lnSpc>
              <a:spcBef>
                <a:spcPts val="5"/>
              </a:spcBef>
              <a:spcAft>
                <a:spcPts val="800"/>
              </a:spcAft>
              <a:buNone/>
            </a:pPr>
            <a:r>
              <a:rPr lang="en-US" sz="11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SEVENTH SEMESTER</a:t>
            </a:r>
            <a:endParaRPr lang="en-IN" sz="11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925830" marR="901700" algn="ctr">
              <a:lnSpc>
                <a:spcPct val="107000"/>
              </a:lnSpc>
              <a:spcBef>
                <a:spcPts val="5"/>
              </a:spcBef>
              <a:spcAft>
                <a:spcPts val="800"/>
              </a:spcAft>
              <a:buNone/>
            </a:pPr>
            <a:r>
              <a:rPr lang="en-US" sz="11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ARTIFICIAL INTELLIGENCE AND DATA SCIENCE</a:t>
            </a:r>
            <a:endParaRPr lang="en-IN" sz="11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/>
            <a:endParaRPr lang="en-IN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9">
            <a:extLst>
              <a:ext uri="{FF2B5EF4-FFF2-40B4-BE49-F238E27FC236}">
                <a16:creationId xmlns="" xmlns:a16="http://schemas.microsoft.com/office/drawing/2014/main" id="{F45ACD31-54FB-96AB-7F52-91C89F919DC7}"/>
              </a:ext>
            </a:extLst>
          </p:cNvPr>
          <p:cNvSpPr/>
          <p:nvPr/>
        </p:nvSpPr>
        <p:spPr>
          <a:xfrm>
            <a:off x="304291" y="304800"/>
            <a:ext cx="6953884" cy="10083800"/>
          </a:xfrm>
          <a:custGeom>
            <a:avLst/>
            <a:gdLst/>
            <a:ahLst/>
            <a:cxnLst/>
            <a:rect l="l" t="t" r="r" b="b"/>
            <a:pathLst>
              <a:path w="6953884" h="10083800">
                <a:moveTo>
                  <a:pt x="0" y="3047"/>
                </a:moveTo>
                <a:lnTo>
                  <a:pt x="6953631" y="3047"/>
                </a:lnTo>
              </a:path>
              <a:path w="6953884" h="10083800">
                <a:moveTo>
                  <a:pt x="0" y="10080498"/>
                </a:moveTo>
                <a:lnTo>
                  <a:pt x="6953631" y="10080498"/>
                </a:lnTo>
              </a:path>
              <a:path w="6953884" h="10083800">
                <a:moveTo>
                  <a:pt x="3047" y="0"/>
                </a:moveTo>
                <a:lnTo>
                  <a:pt x="3047" y="10083546"/>
                </a:lnTo>
              </a:path>
              <a:path w="6953884" h="10083800">
                <a:moveTo>
                  <a:pt x="6950583" y="6096"/>
                </a:moveTo>
                <a:lnTo>
                  <a:pt x="6950583" y="10083546"/>
                </a:lnTo>
              </a:path>
            </a:pathLst>
          </a:custGeom>
          <a:ln w="60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100" dirty="0"/>
          </a:p>
        </p:txBody>
      </p: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AB532D13-6DE9-40DE-FA31-9D02B1AAD8B6}"/>
              </a:ext>
            </a:extLst>
          </p:cNvPr>
          <p:cNvSpPr txBox="1"/>
          <p:nvPr/>
        </p:nvSpPr>
        <p:spPr>
          <a:xfrm>
            <a:off x="298324" y="304800"/>
            <a:ext cx="6953883" cy="22977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Bef>
                <a:spcPts val="5"/>
              </a:spcBef>
              <a:spcAft>
                <a:spcPts val="800"/>
              </a:spcAft>
              <a:buNone/>
            </a:pPr>
            <a:r>
              <a:rPr lang="en-US" sz="11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IN" sz="11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925195" marR="901700"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1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BONAFIDE CERTIFICATE</a:t>
            </a:r>
            <a:endParaRPr lang="en-IN" sz="11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Bef>
                <a:spcPts val="30"/>
              </a:spcBef>
              <a:spcAft>
                <a:spcPts val="800"/>
              </a:spcAft>
              <a:buNone/>
            </a:pPr>
            <a:r>
              <a:rPr lang="en-US" sz="11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IN" sz="11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01600" marR="72390" indent="456565" algn="just">
              <a:lnSpc>
                <a:spcPct val="200000"/>
              </a:lnSpc>
              <a:spcBef>
                <a:spcPts val="5"/>
              </a:spcBef>
              <a:spcAft>
                <a:spcPts val="800"/>
              </a:spcAft>
            </a:pPr>
            <a:r>
              <a:rPr lang="en-US" sz="11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Certified that this project report </a:t>
            </a:r>
            <a:r>
              <a:rPr lang="en-US" sz="11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IN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LAPTOP </a:t>
            </a:r>
            <a:r>
              <a:rPr lang="en-US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REQUEST CATALOG ITEM</a:t>
            </a:r>
            <a:r>
              <a:rPr lang="en-US" sz="11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” </a:t>
            </a:r>
            <a:r>
              <a:rPr lang="en-US" sz="11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is the </a:t>
            </a:r>
            <a:r>
              <a:rPr lang="en-US" sz="1100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bonafide</a:t>
            </a:r>
            <a:r>
              <a:rPr lang="en-US" sz="11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work of </a:t>
            </a:r>
            <a:r>
              <a:rPr lang="en-US" sz="1100" b="1" dirty="0"/>
              <a:t>“SWATHI B, RAJASHREE D, SANGAMITHRA S, SHEELA G” </a:t>
            </a:r>
            <a:r>
              <a:rPr lang="en-US" sz="1100" b="1" kern="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1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who carried out the project work under my supervision. No part of the dissertation has been submitted for any degree or any other academic award anywhere before.</a:t>
            </a:r>
            <a:endParaRPr lang="en-IN" sz="11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3E3A3AF3-84E5-D898-FD4E-A44EA751622D}"/>
              </a:ext>
            </a:extLst>
          </p:cNvPr>
          <p:cNvSpPr txBox="1"/>
          <p:nvPr/>
        </p:nvSpPr>
        <p:spPr>
          <a:xfrm>
            <a:off x="75311" y="3976953"/>
            <a:ext cx="3779520" cy="21911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" algn="ctr">
              <a:lnSpc>
                <a:spcPct val="107000"/>
              </a:lnSpc>
              <a:spcBef>
                <a:spcPts val="1055"/>
              </a:spcBef>
              <a:spcAft>
                <a:spcPts val="800"/>
              </a:spcAft>
              <a:buNone/>
              <a:tabLst>
                <a:tab pos="3169285" algn="l"/>
              </a:tabLst>
            </a:pPr>
            <a:r>
              <a:rPr lang="en-US" sz="11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SIGNATURE</a:t>
            </a:r>
            <a:endParaRPr lang="en-IN" sz="11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080" algn="ctr">
              <a:lnSpc>
                <a:spcPct val="107000"/>
              </a:lnSpc>
              <a:spcBef>
                <a:spcPts val="805"/>
              </a:spcBef>
              <a:spcAft>
                <a:spcPts val="800"/>
              </a:spcAft>
              <a:buNone/>
              <a:tabLst>
                <a:tab pos="3388995" algn="l"/>
              </a:tabLst>
            </a:pPr>
            <a:r>
              <a:rPr lang="en-US" sz="11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Mrs. A.REETA JOLDRINE</a:t>
            </a:r>
            <a:r>
              <a:rPr lang="en-US" sz="1100" b="1" kern="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1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M.E.,</a:t>
            </a:r>
            <a:endParaRPr lang="en-IN" sz="11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5400" algn="ctr">
              <a:lnSpc>
                <a:spcPct val="107000"/>
              </a:lnSpc>
              <a:spcBef>
                <a:spcPts val="810"/>
              </a:spcBef>
              <a:spcAft>
                <a:spcPts val="800"/>
              </a:spcAft>
              <a:buNone/>
              <a:tabLst>
                <a:tab pos="3402965" algn="l"/>
              </a:tabLst>
            </a:pPr>
            <a:r>
              <a:rPr lang="en-US" sz="11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ASSISTANT PROFESSOR</a:t>
            </a:r>
            <a:endParaRPr lang="en-IN" sz="11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96520" algn="ctr">
              <a:lnSpc>
                <a:spcPct val="150000"/>
              </a:lnSpc>
              <a:spcBef>
                <a:spcPts val="780"/>
              </a:spcBef>
              <a:spcAft>
                <a:spcPts val="800"/>
              </a:spcAft>
              <a:buNone/>
              <a:tabLst>
                <a:tab pos="3336925" algn="l"/>
                <a:tab pos="4182745" algn="l"/>
              </a:tabLst>
            </a:pPr>
            <a:r>
              <a:rPr lang="en-US" sz="11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Department of AI&amp;DS</a:t>
            </a:r>
            <a:endParaRPr lang="en-IN" sz="11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99695" algn="ctr">
              <a:lnSpc>
                <a:spcPct val="150000"/>
              </a:lnSpc>
              <a:spcAft>
                <a:spcPts val="800"/>
              </a:spcAft>
              <a:buNone/>
              <a:tabLst>
                <a:tab pos="3171190" algn="l"/>
                <a:tab pos="4207510" algn="l"/>
              </a:tabLst>
            </a:pPr>
            <a:r>
              <a:rPr lang="en-US" sz="11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Sri Ramakrishna College</a:t>
            </a:r>
            <a:r>
              <a:rPr lang="en-US" sz="1100" kern="0" spc="-4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1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en-US" sz="1100" kern="0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1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Engineering</a:t>
            </a:r>
            <a:endParaRPr lang="en-IN" sz="11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99695" algn="ctr">
              <a:lnSpc>
                <a:spcPct val="150000"/>
              </a:lnSpc>
              <a:spcAft>
                <a:spcPts val="800"/>
              </a:spcAft>
              <a:buNone/>
              <a:tabLst>
                <a:tab pos="3171190" algn="l"/>
                <a:tab pos="4207510" algn="l"/>
              </a:tabLst>
            </a:pPr>
            <a:r>
              <a:rPr lang="en-US" sz="1100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Perambalur</a:t>
            </a:r>
            <a:endParaRPr lang="en-IN" sz="11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="" xmlns:a16="http://schemas.microsoft.com/office/drawing/2014/main" id="{30A17934-631E-DD87-AB5A-8710A4D88B82}"/>
              </a:ext>
            </a:extLst>
          </p:cNvPr>
          <p:cNvSpPr txBox="1"/>
          <p:nvPr/>
        </p:nvSpPr>
        <p:spPr>
          <a:xfrm>
            <a:off x="3627818" y="3976953"/>
            <a:ext cx="3779520" cy="21335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" algn="ctr">
              <a:lnSpc>
                <a:spcPct val="107000"/>
              </a:lnSpc>
              <a:spcBef>
                <a:spcPts val="1055"/>
              </a:spcBef>
              <a:spcAft>
                <a:spcPts val="800"/>
              </a:spcAft>
              <a:buNone/>
              <a:tabLst>
                <a:tab pos="3169285" algn="l"/>
              </a:tabLst>
            </a:pPr>
            <a:r>
              <a:rPr lang="en-US" sz="11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SIGNATURE</a:t>
            </a:r>
            <a:endParaRPr lang="en-IN" sz="11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080" algn="ctr">
              <a:lnSpc>
                <a:spcPct val="107000"/>
              </a:lnSpc>
              <a:spcBef>
                <a:spcPts val="805"/>
              </a:spcBef>
              <a:spcAft>
                <a:spcPts val="800"/>
              </a:spcAft>
              <a:buNone/>
              <a:tabLst>
                <a:tab pos="3388995" algn="l"/>
              </a:tabLst>
            </a:pPr>
            <a:r>
              <a:rPr lang="en-US" sz="11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Mr. S.SIVABALAN</a:t>
            </a:r>
            <a:r>
              <a:rPr lang="en-US" sz="1100" b="1" kern="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1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M.E.,</a:t>
            </a:r>
            <a:endParaRPr lang="en-IN" sz="11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5400" algn="ctr">
              <a:lnSpc>
                <a:spcPct val="107000"/>
              </a:lnSpc>
              <a:spcBef>
                <a:spcPts val="810"/>
              </a:spcBef>
              <a:spcAft>
                <a:spcPts val="800"/>
              </a:spcAft>
              <a:buNone/>
              <a:tabLst>
                <a:tab pos="3402965" algn="l"/>
              </a:tabLst>
            </a:pPr>
            <a:r>
              <a:rPr lang="en-US" sz="11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HEAD OF</a:t>
            </a:r>
            <a:r>
              <a:rPr lang="en-US" sz="1100" b="1" kern="0" spc="-2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1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sz="1100" b="1" kern="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1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DEPARTMENT</a:t>
            </a:r>
            <a:endParaRPr lang="en-IN" sz="11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96520" algn="ctr">
              <a:lnSpc>
                <a:spcPct val="150000"/>
              </a:lnSpc>
              <a:spcBef>
                <a:spcPts val="780"/>
              </a:spcBef>
              <a:spcAft>
                <a:spcPts val="800"/>
              </a:spcAft>
              <a:buNone/>
              <a:tabLst>
                <a:tab pos="3336925" algn="l"/>
                <a:tab pos="4182745" algn="l"/>
              </a:tabLst>
            </a:pPr>
            <a:r>
              <a:rPr lang="en-US" sz="11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Department of AI&amp;DS</a:t>
            </a:r>
            <a:endParaRPr lang="en-IN" sz="11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99695" algn="ctr">
              <a:lnSpc>
                <a:spcPct val="150000"/>
              </a:lnSpc>
              <a:spcAft>
                <a:spcPts val="800"/>
              </a:spcAft>
              <a:buNone/>
              <a:tabLst>
                <a:tab pos="3171190" algn="l"/>
                <a:tab pos="4207510" algn="l"/>
              </a:tabLst>
            </a:pPr>
            <a:r>
              <a:rPr lang="en-US" sz="11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Sri Ramakrishna College</a:t>
            </a:r>
            <a:r>
              <a:rPr lang="en-US" sz="1100" kern="0" spc="-4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1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en-US" sz="1100" kern="0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1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Engineering</a:t>
            </a:r>
            <a:endParaRPr lang="en-IN" sz="11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buNone/>
            </a:pPr>
            <a:r>
              <a:rPr lang="en-US" sz="1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Perambalur</a:t>
            </a:r>
            <a:endParaRPr lang="en-IN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="" xmlns:a16="http://schemas.microsoft.com/office/drawing/2014/main" id="{1C2719F0-5AE5-321B-830A-0B0958DE8021}"/>
              </a:ext>
            </a:extLst>
          </p:cNvPr>
          <p:cNvSpPr txBox="1"/>
          <p:nvPr/>
        </p:nvSpPr>
        <p:spPr>
          <a:xfrm>
            <a:off x="298324" y="6870700"/>
            <a:ext cx="695388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1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	Submitted for the University Practical Examination held on……………….</a:t>
            </a:r>
            <a:endParaRPr lang="en-IN" sz="11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652F475B-18CB-CF75-3C69-BDFF50CE6994}"/>
              </a:ext>
            </a:extLst>
          </p:cNvPr>
          <p:cNvSpPr txBox="1"/>
          <p:nvPr/>
        </p:nvSpPr>
        <p:spPr>
          <a:xfrm>
            <a:off x="298324" y="9105910"/>
            <a:ext cx="695388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INTERNAL EXAMINER			EXTERNAL EXAMINER</a:t>
            </a:r>
            <a:endParaRPr lang="en-IN" sz="11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91463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4800" y="304799"/>
            <a:ext cx="6956425" cy="9525"/>
          </a:xfrm>
          <a:custGeom>
            <a:avLst/>
            <a:gdLst/>
            <a:ahLst/>
            <a:cxnLst/>
            <a:rect l="l" t="t" r="r" b="b"/>
            <a:pathLst>
              <a:path w="6956425" h="9525">
                <a:moveTo>
                  <a:pt x="6956044" y="0"/>
                </a:moveTo>
                <a:lnTo>
                  <a:pt x="6946900" y="0"/>
                </a:lnTo>
                <a:lnTo>
                  <a:pt x="9144" y="0"/>
                </a:lnTo>
                <a:lnTo>
                  <a:pt x="6350" y="0"/>
                </a:lnTo>
                <a:lnTo>
                  <a:pt x="0" y="0"/>
                </a:lnTo>
                <a:lnTo>
                  <a:pt x="0" y="9144"/>
                </a:lnTo>
                <a:lnTo>
                  <a:pt x="6350" y="9144"/>
                </a:lnTo>
                <a:lnTo>
                  <a:pt x="9144" y="9144"/>
                </a:lnTo>
                <a:lnTo>
                  <a:pt x="6946900" y="9144"/>
                </a:lnTo>
                <a:lnTo>
                  <a:pt x="6956044" y="9144"/>
                </a:lnTo>
                <a:lnTo>
                  <a:pt x="695604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1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04800" y="311149"/>
            <a:ext cx="6956425" cy="10083800"/>
          </a:xfrm>
          <a:custGeom>
            <a:avLst/>
            <a:gdLst/>
            <a:ahLst/>
            <a:cxnLst/>
            <a:rect l="l" t="t" r="r" b="b"/>
            <a:pathLst>
              <a:path w="6956425" h="10083800">
                <a:moveTo>
                  <a:pt x="6956044" y="0"/>
                </a:moveTo>
                <a:lnTo>
                  <a:pt x="6946900" y="0"/>
                </a:lnTo>
                <a:lnTo>
                  <a:pt x="6946900" y="10074275"/>
                </a:lnTo>
                <a:lnTo>
                  <a:pt x="9144" y="10074275"/>
                </a:lnTo>
                <a:lnTo>
                  <a:pt x="9144" y="0"/>
                </a:lnTo>
                <a:lnTo>
                  <a:pt x="0" y="0"/>
                </a:lnTo>
                <a:lnTo>
                  <a:pt x="0" y="10074275"/>
                </a:lnTo>
                <a:lnTo>
                  <a:pt x="0" y="10083419"/>
                </a:lnTo>
                <a:lnTo>
                  <a:pt x="6350" y="10083419"/>
                </a:lnTo>
                <a:lnTo>
                  <a:pt x="9144" y="10083419"/>
                </a:lnTo>
                <a:lnTo>
                  <a:pt x="6946900" y="10083419"/>
                </a:lnTo>
                <a:lnTo>
                  <a:pt x="6956044" y="10083419"/>
                </a:lnTo>
                <a:lnTo>
                  <a:pt x="6956044" y="10074275"/>
                </a:lnTo>
                <a:lnTo>
                  <a:pt x="695604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1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963545" y="1295781"/>
            <a:ext cx="1652905" cy="1821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</a:t>
            </a:r>
            <a:r>
              <a:rPr sz="1100" b="1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1100" b="1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CONTENTS</a:t>
            </a:r>
            <a:endParaRPr sz="11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xfrm>
            <a:off x="3684651" y="9991183"/>
            <a:ext cx="228600" cy="172483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53975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z="11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pPr marL="53975">
                <a:lnSpc>
                  <a:spcPct val="100000"/>
                </a:lnSpc>
                <a:spcBef>
                  <a:spcPts val="25"/>
                </a:spcBef>
              </a:pPr>
              <a:t>3</a:t>
            </a:fld>
            <a:endParaRPr sz="1100" spc="-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917892" y="1518030"/>
          <a:ext cx="5730240" cy="65246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5245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431038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86741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</a:tblGrid>
              <a:tr h="615950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S.NO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R="1905" algn="ctr">
                        <a:lnSpc>
                          <a:spcPct val="100000"/>
                        </a:lnSpc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CONTENT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501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104775">
                        <a:lnSpc>
                          <a:spcPct val="100000"/>
                        </a:lnSpc>
                      </a:pP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PAGE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NO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501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9906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501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66675">
                        <a:lnSpc>
                          <a:spcPct val="100000"/>
                        </a:lnSpc>
                      </a:pP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IDEATION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PHASE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257175" marR="2694305">
                        <a:lnSpc>
                          <a:spcPct val="102400"/>
                        </a:lnSpc>
                        <a:spcBef>
                          <a:spcPts val="25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Problem</a:t>
                      </a:r>
                      <a:r>
                        <a:rPr sz="12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Statement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Empathy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Map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Canvas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501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2540" algn="ctr">
                        <a:lnSpc>
                          <a:spcPct val="100000"/>
                        </a:lnSpc>
                      </a:pP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3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2540" algn="ctr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4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2540" algn="ct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5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501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9937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2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533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66675">
                        <a:lnSpc>
                          <a:spcPct val="100000"/>
                        </a:lnSpc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PERFORMANCE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&amp;</a:t>
                      </a:r>
                      <a:r>
                        <a:rPr sz="12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TESTING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254000" marR="2018030" indent="3175">
                        <a:lnSpc>
                          <a:spcPts val="1500"/>
                        </a:lnSpc>
                        <a:spcBef>
                          <a:spcPts val="35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Procedure/</a:t>
                      </a:r>
                      <a:r>
                        <a:rPr sz="1200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Implementation</a:t>
                      </a:r>
                      <a:r>
                        <a:rPr sz="1200" spc="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Steps Testing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Screenshots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533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2540" algn="ctr">
                        <a:lnSpc>
                          <a:spcPct val="100000"/>
                        </a:lnSpc>
                      </a:pP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9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2540" algn="ct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10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2540" algn="ctr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14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533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13716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3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501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66675">
                        <a:lnSpc>
                          <a:spcPct val="100000"/>
                        </a:lnSpc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PROJECT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DESGIN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PHASE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257175" marR="2802890">
                        <a:lnSpc>
                          <a:spcPct val="103400"/>
                        </a:lnSpc>
                        <a:spcBef>
                          <a:spcPts val="10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Problem</a:t>
                      </a:r>
                      <a:r>
                        <a:rPr sz="12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Solution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fit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Proposed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Solution Conclusion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257175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Solution</a:t>
                      </a:r>
                      <a:r>
                        <a:rPr sz="12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Architecture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501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2540" algn="ctr">
                        <a:lnSpc>
                          <a:spcPct val="100000"/>
                        </a:lnSpc>
                      </a:pP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19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2540" algn="ctr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20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2540" algn="ct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20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2540" algn="ctr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21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2540" algn="ct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22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501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13684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4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501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66675">
                        <a:lnSpc>
                          <a:spcPct val="100000"/>
                        </a:lnSpc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PROJECT</a:t>
                      </a:r>
                      <a:r>
                        <a:rPr sz="12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PLANNING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PHASE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257175" marR="3028950">
                        <a:lnSpc>
                          <a:spcPct val="103000"/>
                        </a:lnSpc>
                        <a:spcBef>
                          <a:spcPts val="20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Product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Backlog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Sprint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Planning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User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 Stories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Story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Points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501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2540" algn="ctr">
                        <a:lnSpc>
                          <a:spcPct val="100000"/>
                        </a:lnSpc>
                      </a:pP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24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2540" algn="ctr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25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2540" algn="ct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25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2540" algn="ctr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26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2540" algn="ct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26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501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11842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5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533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66675">
                        <a:lnSpc>
                          <a:spcPct val="100000"/>
                        </a:lnSpc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REQUIREMENT</a:t>
                      </a:r>
                      <a:r>
                        <a:rPr sz="12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ANALYSIS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257175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Solution</a:t>
                      </a:r>
                      <a:r>
                        <a:rPr sz="12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Requirement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254000" marR="2908300" indent="3175">
                        <a:lnSpc>
                          <a:spcPct val="102400"/>
                        </a:lnSpc>
                        <a:spcBef>
                          <a:spcPts val="25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Dataflow</a:t>
                      </a:r>
                      <a:r>
                        <a:rPr sz="12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Diagram Technology</a:t>
                      </a:r>
                      <a:r>
                        <a:rPr sz="12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Stack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533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2540" algn="ctr">
                        <a:lnSpc>
                          <a:spcPct val="100000"/>
                        </a:lnSpc>
                      </a:pP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27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2540" algn="ct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28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2540" algn="ctr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29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2540" algn="ct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30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533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4800" y="304799"/>
            <a:ext cx="6956425" cy="9525"/>
          </a:xfrm>
          <a:custGeom>
            <a:avLst/>
            <a:gdLst/>
            <a:ahLst/>
            <a:cxnLst/>
            <a:rect l="l" t="t" r="r" b="b"/>
            <a:pathLst>
              <a:path w="6956425" h="9525">
                <a:moveTo>
                  <a:pt x="6956044" y="0"/>
                </a:moveTo>
                <a:lnTo>
                  <a:pt x="6946900" y="0"/>
                </a:lnTo>
                <a:lnTo>
                  <a:pt x="9144" y="0"/>
                </a:lnTo>
                <a:lnTo>
                  <a:pt x="6350" y="0"/>
                </a:lnTo>
                <a:lnTo>
                  <a:pt x="0" y="0"/>
                </a:lnTo>
                <a:lnTo>
                  <a:pt x="0" y="9144"/>
                </a:lnTo>
                <a:lnTo>
                  <a:pt x="6350" y="9144"/>
                </a:lnTo>
                <a:lnTo>
                  <a:pt x="9144" y="9144"/>
                </a:lnTo>
                <a:lnTo>
                  <a:pt x="6946900" y="9144"/>
                </a:lnTo>
                <a:lnTo>
                  <a:pt x="6956044" y="9144"/>
                </a:lnTo>
                <a:lnTo>
                  <a:pt x="695604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04800" y="311149"/>
            <a:ext cx="6956425" cy="10083800"/>
          </a:xfrm>
          <a:custGeom>
            <a:avLst/>
            <a:gdLst/>
            <a:ahLst/>
            <a:cxnLst/>
            <a:rect l="l" t="t" r="r" b="b"/>
            <a:pathLst>
              <a:path w="6956425" h="10083800">
                <a:moveTo>
                  <a:pt x="6956044" y="0"/>
                </a:moveTo>
                <a:lnTo>
                  <a:pt x="6946900" y="0"/>
                </a:lnTo>
                <a:lnTo>
                  <a:pt x="6946900" y="10074275"/>
                </a:lnTo>
                <a:lnTo>
                  <a:pt x="9144" y="10074275"/>
                </a:lnTo>
                <a:lnTo>
                  <a:pt x="9144" y="0"/>
                </a:lnTo>
                <a:lnTo>
                  <a:pt x="0" y="0"/>
                </a:lnTo>
                <a:lnTo>
                  <a:pt x="0" y="10074275"/>
                </a:lnTo>
                <a:lnTo>
                  <a:pt x="0" y="10083419"/>
                </a:lnTo>
                <a:lnTo>
                  <a:pt x="6350" y="10083419"/>
                </a:lnTo>
                <a:lnTo>
                  <a:pt x="9144" y="10083419"/>
                </a:lnTo>
                <a:lnTo>
                  <a:pt x="6946900" y="10083419"/>
                </a:lnTo>
                <a:lnTo>
                  <a:pt x="6956044" y="10083419"/>
                </a:lnTo>
                <a:lnTo>
                  <a:pt x="6956044" y="10074275"/>
                </a:lnTo>
                <a:lnTo>
                  <a:pt x="695604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04800" y="4737100"/>
            <a:ext cx="6946899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2000" b="1" spc="-10" dirty="0">
                <a:latin typeface="Times New Roman"/>
                <a:cs typeface="Times New Roman"/>
              </a:rPr>
              <a:t>IDEATION</a:t>
            </a:r>
            <a:r>
              <a:rPr sz="2000" b="1" spc="-25" dirty="0">
                <a:latin typeface="Times New Roman"/>
                <a:cs typeface="Times New Roman"/>
              </a:rPr>
              <a:t> </a:t>
            </a:r>
            <a:r>
              <a:rPr sz="2000" b="1" spc="-20" dirty="0">
                <a:latin typeface="Times New Roman"/>
                <a:cs typeface="Times New Roman"/>
              </a:rPr>
              <a:t>PHASE</a:t>
            </a:r>
            <a:endParaRPr sz="2000" dirty="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53975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-50" dirty="0"/>
              <a:pPr marL="53975">
                <a:lnSpc>
                  <a:spcPct val="100000"/>
                </a:lnSpc>
                <a:spcBef>
                  <a:spcPts val="25"/>
                </a:spcBef>
              </a:pPr>
              <a:t>4</a:t>
            </a:fld>
            <a:endParaRPr spc="-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4800" y="304799"/>
            <a:ext cx="6956425" cy="9525"/>
          </a:xfrm>
          <a:custGeom>
            <a:avLst/>
            <a:gdLst/>
            <a:ahLst/>
            <a:cxnLst/>
            <a:rect l="l" t="t" r="r" b="b"/>
            <a:pathLst>
              <a:path w="6956425" h="9525">
                <a:moveTo>
                  <a:pt x="6956044" y="0"/>
                </a:moveTo>
                <a:lnTo>
                  <a:pt x="6946900" y="0"/>
                </a:lnTo>
                <a:lnTo>
                  <a:pt x="9144" y="0"/>
                </a:lnTo>
                <a:lnTo>
                  <a:pt x="6350" y="0"/>
                </a:lnTo>
                <a:lnTo>
                  <a:pt x="0" y="0"/>
                </a:lnTo>
                <a:lnTo>
                  <a:pt x="0" y="9144"/>
                </a:lnTo>
                <a:lnTo>
                  <a:pt x="6350" y="9144"/>
                </a:lnTo>
                <a:lnTo>
                  <a:pt x="9144" y="9144"/>
                </a:lnTo>
                <a:lnTo>
                  <a:pt x="6946900" y="9144"/>
                </a:lnTo>
                <a:lnTo>
                  <a:pt x="6956044" y="9144"/>
                </a:lnTo>
                <a:lnTo>
                  <a:pt x="695604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04800" y="311149"/>
            <a:ext cx="6956425" cy="10083800"/>
          </a:xfrm>
          <a:custGeom>
            <a:avLst/>
            <a:gdLst/>
            <a:ahLst/>
            <a:cxnLst/>
            <a:rect l="l" t="t" r="r" b="b"/>
            <a:pathLst>
              <a:path w="6956425" h="10083800">
                <a:moveTo>
                  <a:pt x="6956044" y="0"/>
                </a:moveTo>
                <a:lnTo>
                  <a:pt x="6946900" y="0"/>
                </a:lnTo>
                <a:lnTo>
                  <a:pt x="6946900" y="10074275"/>
                </a:lnTo>
                <a:lnTo>
                  <a:pt x="9144" y="10074275"/>
                </a:lnTo>
                <a:lnTo>
                  <a:pt x="9144" y="0"/>
                </a:lnTo>
                <a:lnTo>
                  <a:pt x="0" y="0"/>
                </a:lnTo>
                <a:lnTo>
                  <a:pt x="0" y="10074275"/>
                </a:lnTo>
                <a:lnTo>
                  <a:pt x="0" y="10083419"/>
                </a:lnTo>
                <a:lnTo>
                  <a:pt x="6350" y="10083419"/>
                </a:lnTo>
                <a:lnTo>
                  <a:pt x="9144" y="10083419"/>
                </a:lnTo>
                <a:lnTo>
                  <a:pt x="6946900" y="10083419"/>
                </a:lnTo>
                <a:lnTo>
                  <a:pt x="6956044" y="10083419"/>
                </a:lnTo>
                <a:lnTo>
                  <a:pt x="6956044" y="10074275"/>
                </a:lnTo>
                <a:lnTo>
                  <a:pt x="695604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797623" y="1155700"/>
            <a:ext cx="5774055" cy="684475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spc="-10" dirty="0">
                <a:latin typeface="Times New Roman"/>
                <a:cs typeface="Times New Roman"/>
              </a:rPr>
              <a:t>Problem</a:t>
            </a:r>
            <a:r>
              <a:rPr sz="1100" b="1" spc="-30" dirty="0">
                <a:latin typeface="Times New Roman"/>
                <a:cs typeface="Times New Roman"/>
              </a:rPr>
              <a:t> </a:t>
            </a:r>
            <a:r>
              <a:rPr sz="1100" b="1" spc="-10" dirty="0">
                <a:latin typeface="Times New Roman"/>
                <a:cs typeface="Times New Roman"/>
              </a:rPr>
              <a:t>Statement</a:t>
            </a:r>
            <a:endParaRPr sz="11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60"/>
              </a:spcBef>
            </a:pPr>
            <a:endParaRPr sz="1100" dirty="0">
              <a:latin typeface="Times New Roman"/>
              <a:cs typeface="Times New Roman"/>
            </a:endParaRPr>
          </a:p>
          <a:p>
            <a:pPr marL="22225" marR="7620" indent="457200" algn="just">
              <a:lnSpc>
                <a:spcPct val="108400"/>
              </a:lnSpc>
            </a:pPr>
            <a:r>
              <a:rPr sz="1100" dirty="0">
                <a:latin typeface="Times New Roman"/>
                <a:cs typeface="Times New Roman"/>
              </a:rPr>
              <a:t>Employees</a:t>
            </a:r>
            <a:r>
              <a:rPr sz="1100" spc="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organization</a:t>
            </a:r>
            <a:r>
              <a:rPr sz="1100" spc="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need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quick</a:t>
            </a:r>
            <a:r>
              <a:rPr sz="1100" spc="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efficient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way</a:t>
            </a:r>
            <a:r>
              <a:rPr sz="1100" spc="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request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laptops</a:t>
            </a:r>
            <a:r>
              <a:rPr sz="1100" spc="90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for </a:t>
            </a:r>
            <a:r>
              <a:rPr sz="1100" dirty="0">
                <a:latin typeface="Times New Roman"/>
                <a:cs typeface="Times New Roman"/>
              </a:rPr>
              <a:t>work.</a:t>
            </a:r>
            <a:r>
              <a:rPr sz="1100" spc="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current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process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is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manual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prone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delays,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with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no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dynamic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form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behavior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to </a:t>
            </a:r>
            <a:r>
              <a:rPr sz="1100" dirty="0">
                <a:latin typeface="Times New Roman"/>
                <a:cs typeface="Times New Roman"/>
              </a:rPr>
              <a:t>guide</a:t>
            </a:r>
            <a:r>
              <a:rPr sz="1100" spc="-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users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or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ensure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accurate</a:t>
            </a:r>
            <a:r>
              <a:rPr sz="1100" spc="-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data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collection.</a:t>
            </a:r>
            <a:r>
              <a:rPr sz="1100" spc="-55" dirty="0">
                <a:latin typeface="Times New Roman"/>
                <a:cs typeface="Times New Roman"/>
              </a:rPr>
              <a:t> </a:t>
            </a:r>
            <a:r>
              <a:rPr sz="1100" spc="-20" dirty="0">
                <a:latin typeface="Times New Roman"/>
                <a:cs typeface="Times New Roman"/>
              </a:rPr>
              <a:t>To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address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this,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Service</a:t>
            </a:r>
            <a:r>
              <a:rPr sz="1100" spc="-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Catalog item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needs</a:t>
            </a:r>
            <a:r>
              <a:rPr sz="1100" spc="-25" dirty="0">
                <a:latin typeface="Times New Roman"/>
                <a:cs typeface="Times New Roman"/>
              </a:rPr>
              <a:t> to </a:t>
            </a:r>
            <a:r>
              <a:rPr sz="1100" dirty="0">
                <a:latin typeface="Times New Roman"/>
                <a:cs typeface="Times New Roman"/>
              </a:rPr>
              <a:t>be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created,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allowing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users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easily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request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laptop,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with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dynamic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fields,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clear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instructions,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additional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functionality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like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resetting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 form if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needed.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solution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should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also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ensure </a:t>
            </a:r>
            <a:r>
              <a:rPr sz="1100" dirty="0">
                <a:latin typeface="Times New Roman"/>
                <a:cs typeface="Times New Roman"/>
              </a:rPr>
              <a:t>all</a:t>
            </a:r>
            <a:r>
              <a:rPr sz="1100" spc="-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changes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are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tracked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governance</a:t>
            </a:r>
            <a:r>
              <a:rPr sz="1100" spc="-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deployment.</a:t>
            </a:r>
            <a:endParaRPr sz="11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25"/>
              </a:spcBef>
            </a:pPr>
            <a:endParaRPr sz="11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100" b="1" spc="-10" dirty="0">
                <a:latin typeface="Times New Roman"/>
                <a:cs typeface="Times New Roman"/>
              </a:rPr>
              <a:t>Problem</a:t>
            </a:r>
            <a:r>
              <a:rPr sz="1100" b="1" spc="-30" dirty="0">
                <a:latin typeface="Times New Roman"/>
                <a:cs typeface="Times New Roman"/>
              </a:rPr>
              <a:t> </a:t>
            </a:r>
            <a:r>
              <a:rPr sz="1100" b="1" spc="-10" dirty="0">
                <a:latin typeface="Times New Roman"/>
                <a:cs typeface="Times New Roman"/>
              </a:rPr>
              <a:t>Definition</a:t>
            </a:r>
            <a:endParaRPr sz="1100" dirty="0">
              <a:latin typeface="Times New Roman"/>
              <a:cs typeface="Times New Roman"/>
            </a:endParaRPr>
          </a:p>
          <a:p>
            <a:pPr marL="22225" marR="10160" indent="457200" algn="just">
              <a:lnSpc>
                <a:spcPct val="108000"/>
              </a:lnSpc>
              <a:spcBef>
                <a:spcPts val="1245"/>
              </a:spcBef>
            </a:pP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current</a:t>
            </a:r>
            <a:r>
              <a:rPr sz="1100" spc="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laptop</a:t>
            </a:r>
            <a:r>
              <a:rPr sz="1100" spc="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request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process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within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organization</a:t>
            </a:r>
            <a:r>
              <a:rPr sz="1100" spc="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is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manual</a:t>
            </a:r>
            <a:r>
              <a:rPr sz="1100" b="1" spc="-1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and</a:t>
            </a:r>
            <a:r>
              <a:rPr sz="1100" b="1" spc="-5" dirty="0">
                <a:latin typeface="Times New Roman"/>
                <a:cs typeface="Times New Roman"/>
              </a:rPr>
              <a:t> </a:t>
            </a:r>
            <a:r>
              <a:rPr sz="1100" b="1" spc="-10" dirty="0">
                <a:latin typeface="Times New Roman"/>
                <a:cs typeface="Times New Roman"/>
              </a:rPr>
              <a:t>inefficient</a:t>
            </a:r>
            <a:r>
              <a:rPr sz="1100" spc="-10" dirty="0">
                <a:latin typeface="Times New Roman"/>
                <a:cs typeface="Times New Roman"/>
              </a:rPr>
              <a:t>, </a:t>
            </a:r>
            <a:r>
              <a:rPr sz="1100" dirty="0">
                <a:latin typeface="Times New Roman"/>
                <a:cs typeface="Times New Roman"/>
              </a:rPr>
              <a:t>resulting</a:t>
            </a:r>
            <a:r>
              <a:rPr sz="1100" spc="4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4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frequent</a:t>
            </a:r>
            <a:r>
              <a:rPr sz="1100" spc="43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delays,</a:t>
            </a:r>
            <a:r>
              <a:rPr sz="1100" spc="4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incomplete</a:t>
            </a:r>
            <a:r>
              <a:rPr sz="1100" spc="4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submissions,</a:t>
            </a:r>
            <a:r>
              <a:rPr sz="1100" spc="4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4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miscommunication</a:t>
            </a:r>
            <a:r>
              <a:rPr sz="1100" spc="41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between </a:t>
            </a:r>
            <a:r>
              <a:rPr sz="1100" dirty="0">
                <a:latin typeface="Times New Roman"/>
                <a:cs typeface="Times New Roman"/>
              </a:rPr>
              <a:t>employees</a:t>
            </a:r>
            <a:r>
              <a:rPr sz="1100" spc="11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10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10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IT</a:t>
            </a:r>
            <a:r>
              <a:rPr sz="1100" spc="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department.</a:t>
            </a:r>
            <a:r>
              <a:rPr sz="1100" spc="10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Employees</a:t>
            </a:r>
            <a:r>
              <a:rPr sz="1100" spc="1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typically</a:t>
            </a:r>
            <a:r>
              <a:rPr sz="1100" spc="10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rely</a:t>
            </a:r>
            <a:r>
              <a:rPr sz="1100" spc="10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on</a:t>
            </a:r>
            <a:r>
              <a:rPr sz="1100" spc="1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static</a:t>
            </a:r>
            <a:r>
              <a:rPr sz="1100" spc="1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forms</a:t>
            </a:r>
            <a:r>
              <a:rPr sz="1100" spc="1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or</a:t>
            </a:r>
            <a:r>
              <a:rPr sz="1100" spc="10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email-based </a:t>
            </a:r>
            <a:r>
              <a:rPr sz="1100" dirty="0">
                <a:latin typeface="Times New Roman"/>
                <a:cs typeface="Times New Roman"/>
              </a:rPr>
              <a:t>communication</a:t>
            </a:r>
            <a:r>
              <a:rPr sz="1100" spc="1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11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request</a:t>
            </a:r>
            <a:r>
              <a:rPr sz="1100" spc="1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laptops,</a:t>
            </a:r>
            <a:r>
              <a:rPr sz="1100" spc="1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which</a:t>
            </a:r>
            <a:r>
              <a:rPr sz="1100" spc="11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often</a:t>
            </a:r>
            <a:r>
              <a:rPr sz="1100" spc="11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lack</a:t>
            </a:r>
            <a:r>
              <a:rPr sz="1100" spc="1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dynamic</a:t>
            </a:r>
            <a:r>
              <a:rPr sz="1100" spc="1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behavior</a:t>
            </a:r>
            <a:r>
              <a:rPr sz="1100" spc="11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11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guide</a:t>
            </a:r>
            <a:r>
              <a:rPr sz="1100" spc="10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1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user</a:t>
            </a:r>
            <a:r>
              <a:rPr sz="1100" spc="114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in </a:t>
            </a:r>
            <a:r>
              <a:rPr sz="1100" dirty="0">
                <a:latin typeface="Times New Roman"/>
                <a:cs typeface="Times New Roman"/>
              </a:rPr>
              <a:t>providing accurate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 complete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information.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This</a:t>
            </a:r>
            <a:r>
              <a:rPr sz="1100" spc="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leads</a:t>
            </a:r>
            <a:r>
              <a:rPr sz="1100" spc="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 repetitive clarifications, </a:t>
            </a:r>
            <a:r>
              <a:rPr sz="1100" spc="-10" dirty="0">
                <a:latin typeface="Times New Roman"/>
                <a:cs typeface="Times New Roman"/>
              </a:rPr>
              <a:t>approval </a:t>
            </a:r>
            <a:r>
              <a:rPr sz="1100" dirty="0">
                <a:latin typeface="Times New Roman"/>
                <a:cs typeface="Times New Roman"/>
              </a:rPr>
              <a:t>delays,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-10" dirty="0">
                <a:latin typeface="Times New Roman"/>
                <a:cs typeface="Times New Roman"/>
              </a:rPr>
              <a:t> inconsistencies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data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collection.</a:t>
            </a:r>
            <a:endParaRPr sz="1100" dirty="0">
              <a:latin typeface="Times New Roman"/>
              <a:cs typeface="Times New Roman"/>
            </a:endParaRPr>
          </a:p>
          <a:p>
            <a:pPr marL="22225" marR="9525" indent="457200" algn="just">
              <a:lnSpc>
                <a:spcPct val="108400"/>
              </a:lnSpc>
              <a:spcBef>
                <a:spcPts val="1245"/>
              </a:spcBef>
            </a:pPr>
            <a:r>
              <a:rPr sz="1100" spc="-20" dirty="0">
                <a:latin typeface="Times New Roman"/>
                <a:cs typeface="Times New Roman"/>
              </a:rPr>
              <a:t>Additionally,</a:t>
            </a:r>
            <a:r>
              <a:rPr sz="1100" spc="-4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the</a:t>
            </a:r>
            <a:r>
              <a:rPr sz="1100" spc="-4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absence</a:t>
            </a:r>
            <a:r>
              <a:rPr sz="1100" spc="-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form</a:t>
            </a:r>
            <a:r>
              <a:rPr sz="1100" spc="-4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automation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-4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governance</a:t>
            </a:r>
            <a:r>
              <a:rPr sz="1100" spc="-4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controls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poses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challenges </a:t>
            </a: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1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tracking</a:t>
            </a:r>
            <a:r>
              <a:rPr sz="1100" spc="1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request</a:t>
            </a:r>
            <a:r>
              <a:rPr sz="1100" spc="1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history,</a:t>
            </a:r>
            <a:r>
              <a:rPr sz="1100" spc="1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managing</a:t>
            </a:r>
            <a:r>
              <a:rPr sz="1100" spc="1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configuration</a:t>
            </a:r>
            <a:r>
              <a:rPr sz="1100" spc="1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changes,</a:t>
            </a:r>
            <a:r>
              <a:rPr sz="1100" spc="1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1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maintaining</a:t>
            </a:r>
            <a:r>
              <a:rPr sz="1100" spc="19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compliance </a:t>
            </a:r>
            <a:r>
              <a:rPr sz="1100" dirty="0">
                <a:latin typeface="Times New Roman"/>
                <a:cs typeface="Times New Roman"/>
              </a:rPr>
              <a:t>during</a:t>
            </a:r>
            <a:r>
              <a:rPr sz="1100" spc="1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deployment.</a:t>
            </a:r>
            <a:r>
              <a:rPr sz="1100" spc="1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1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IT</a:t>
            </a:r>
            <a:r>
              <a:rPr sz="1100" spc="1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department</a:t>
            </a:r>
            <a:r>
              <a:rPr sz="1100" spc="1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struggles</a:t>
            </a:r>
            <a:r>
              <a:rPr sz="1100" spc="1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1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ensure</a:t>
            </a:r>
            <a:r>
              <a:rPr sz="1100" spc="1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that</a:t>
            </a:r>
            <a:r>
              <a:rPr sz="1100" spc="2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every</a:t>
            </a:r>
            <a:r>
              <a:rPr sz="1100" spc="1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modification</a:t>
            </a:r>
            <a:r>
              <a:rPr sz="1100" spc="2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190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the </a:t>
            </a:r>
            <a:r>
              <a:rPr sz="1100" dirty="0">
                <a:latin typeface="Times New Roman"/>
                <a:cs typeface="Times New Roman"/>
              </a:rPr>
              <a:t>process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is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properly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documented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approved.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Furthermore,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users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do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not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have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option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to </a:t>
            </a:r>
            <a:r>
              <a:rPr sz="1100" dirty="0">
                <a:latin typeface="Times New Roman"/>
                <a:cs typeface="Times New Roman"/>
              </a:rPr>
              <a:t>easily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reset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or</a:t>
            </a:r>
            <a:r>
              <a:rPr sz="1100" spc="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modify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their</a:t>
            </a:r>
            <a:r>
              <a:rPr sz="1100" spc="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request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forms</a:t>
            </a:r>
            <a:r>
              <a:rPr sz="1100" spc="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without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restarting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entire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process,</a:t>
            </a:r>
            <a:r>
              <a:rPr sz="1100" spc="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which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adds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to </a:t>
            </a:r>
            <a:r>
              <a:rPr sz="1100" spc="-10" dirty="0">
                <a:latin typeface="Times New Roman"/>
                <a:cs typeface="Times New Roman"/>
              </a:rPr>
              <a:t>frustration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inefficiency.</a:t>
            </a:r>
            <a:endParaRPr sz="1100" dirty="0">
              <a:latin typeface="Times New Roman"/>
              <a:cs typeface="Times New Roman"/>
            </a:endParaRPr>
          </a:p>
          <a:p>
            <a:pPr marL="22225" marR="5080" indent="457200" algn="just">
              <a:lnSpc>
                <a:spcPct val="108200"/>
              </a:lnSpc>
              <a:spcBef>
                <a:spcPts val="1215"/>
              </a:spcBef>
            </a:pP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3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essence,</a:t>
            </a:r>
            <a:r>
              <a:rPr sz="1100" spc="3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3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existing</a:t>
            </a:r>
            <a:r>
              <a:rPr sz="1100" spc="3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process</a:t>
            </a:r>
            <a:r>
              <a:rPr sz="1100" spc="3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fails</a:t>
            </a:r>
            <a:r>
              <a:rPr sz="1100" spc="3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3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meet</a:t>
            </a:r>
            <a:r>
              <a:rPr sz="1100" spc="3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3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growing</a:t>
            </a:r>
            <a:r>
              <a:rPr sz="1100" spc="3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demand</a:t>
            </a:r>
            <a:r>
              <a:rPr sz="1100" spc="3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425" dirty="0">
                <a:latin typeface="Times New Roman"/>
                <a:cs typeface="Times New Roman"/>
              </a:rPr>
              <a:t> </a:t>
            </a:r>
            <a:r>
              <a:rPr sz="1100" b="1" spc="-10" dirty="0">
                <a:latin typeface="Times New Roman"/>
                <a:cs typeface="Times New Roman"/>
              </a:rPr>
              <a:t>speed, transparency,</a:t>
            </a:r>
            <a:r>
              <a:rPr sz="1100" b="1" spc="2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and</a:t>
            </a:r>
            <a:r>
              <a:rPr sz="1100" b="1" spc="3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accuracy</a:t>
            </a:r>
            <a:r>
              <a:rPr sz="1100" b="1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IT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service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requests. There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is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clear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need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b="1" spc="-10" dirty="0">
                <a:latin typeface="Times New Roman"/>
                <a:cs typeface="Times New Roman"/>
              </a:rPr>
              <a:t>automated, </a:t>
            </a:r>
            <a:r>
              <a:rPr sz="1100" b="1" dirty="0">
                <a:latin typeface="Times New Roman"/>
                <a:cs typeface="Times New Roman"/>
              </a:rPr>
              <a:t>dynamic,</a:t>
            </a:r>
            <a:r>
              <a:rPr sz="1100" b="1" spc="28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and</a:t>
            </a:r>
            <a:r>
              <a:rPr sz="1100" b="1" spc="290" dirty="0">
                <a:latin typeface="Times New Roman"/>
                <a:cs typeface="Times New Roman"/>
              </a:rPr>
              <a:t> </a:t>
            </a:r>
            <a:r>
              <a:rPr sz="1100" b="1" spc="-20" dirty="0">
                <a:latin typeface="Times New Roman"/>
                <a:cs typeface="Times New Roman"/>
              </a:rPr>
              <a:t>user-</a:t>
            </a:r>
            <a:r>
              <a:rPr sz="1100" b="1" dirty="0">
                <a:latin typeface="Times New Roman"/>
                <a:cs typeface="Times New Roman"/>
              </a:rPr>
              <a:t>friendly</a:t>
            </a:r>
            <a:r>
              <a:rPr sz="1100" b="1" spc="28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Service</a:t>
            </a:r>
            <a:r>
              <a:rPr sz="1100" b="1" spc="27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Catalog</a:t>
            </a:r>
            <a:r>
              <a:rPr sz="1100" b="1" spc="30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item</a:t>
            </a:r>
            <a:r>
              <a:rPr sz="1100" b="1" spc="3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that</a:t>
            </a:r>
            <a:r>
              <a:rPr sz="1100" spc="2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addresses</a:t>
            </a:r>
            <a:r>
              <a:rPr sz="1100" spc="2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these</a:t>
            </a:r>
            <a:r>
              <a:rPr sz="1100" spc="3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challenges</a:t>
            </a:r>
            <a:r>
              <a:rPr sz="1100" spc="290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and </a:t>
            </a:r>
            <a:r>
              <a:rPr sz="1100" dirty="0">
                <a:latin typeface="Times New Roman"/>
                <a:cs typeface="Times New Roman"/>
              </a:rPr>
              <a:t>enhances</a:t>
            </a:r>
            <a:r>
              <a:rPr sz="1100" spc="-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-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overall</a:t>
            </a:r>
            <a:r>
              <a:rPr sz="1100" spc="-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employee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experience.</a:t>
            </a:r>
            <a:endParaRPr sz="11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35"/>
              </a:spcBef>
            </a:pPr>
            <a:r>
              <a:rPr sz="1100" b="1" spc="-10" dirty="0">
                <a:latin typeface="Times New Roman"/>
                <a:cs typeface="Times New Roman"/>
              </a:rPr>
              <a:t>Abstract</a:t>
            </a:r>
            <a:endParaRPr sz="1100" dirty="0">
              <a:latin typeface="Times New Roman"/>
              <a:cs typeface="Times New Roman"/>
            </a:endParaRPr>
          </a:p>
          <a:p>
            <a:pPr marL="22225" marR="10160" indent="457200" algn="just">
              <a:lnSpc>
                <a:spcPct val="108600"/>
              </a:lnSpc>
              <a:spcBef>
                <a:spcPts val="1240"/>
              </a:spcBef>
            </a:pP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3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many</a:t>
            </a:r>
            <a:r>
              <a:rPr sz="1100" spc="3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organizations,</a:t>
            </a:r>
            <a:r>
              <a:rPr sz="1100" spc="40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employees</a:t>
            </a:r>
            <a:r>
              <a:rPr sz="1100" spc="3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require</a:t>
            </a:r>
            <a:r>
              <a:rPr sz="1100" spc="4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laptops</a:t>
            </a:r>
            <a:r>
              <a:rPr sz="1100" spc="3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3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perform</a:t>
            </a:r>
            <a:r>
              <a:rPr sz="1100" spc="4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their</a:t>
            </a:r>
            <a:r>
              <a:rPr sz="1100" spc="3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daily</a:t>
            </a:r>
            <a:r>
              <a:rPr sz="1100" spc="40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tasks </a:t>
            </a:r>
            <a:r>
              <a:rPr sz="1100" dirty="0">
                <a:latin typeface="Times New Roman"/>
                <a:cs typeface="Times New Roman"/>
              </a:rPr>
              <a:t>effectively.</a:t>
            </a:r>
            <a:r>
              <a:rPr sz="1100" spc="1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However,</a:t>
            </a:r>
            <a:r>
              <a:rPr sz="1100" spc="11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traditional</a:t>
            </a:r>
            <a:r>
              <a:rPr sz="1100" spc="1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manual</a:t>
            </a:r>
            <a:r>
              <a:rPr sz="1100" spc="1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processes</a:t>
            </a:r>
            <a:r>
              <a:rPr sz="1100" spc="1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1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requesting</a:t>
            </a:r>
            <a:r>
              <a:rPr sz="1100" spc="1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such</a:t>
            </a:r>
            <a:r>
              <a:rPr sz="1100" spc="11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assets</a:t>
            </a:r>
            <a:r>
              <a:rPr sz="1100" spc="1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often</a:t>
            </a:r>
            <a:r>
              <a:rPr sz="1100" spc="11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lead</a:t>
            </a:r>
            <a:r>
              <a:rPr sz="1100" spc="135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to </a:t>
            </a:r>
            <a:r>
              <a:rPr sz="1100" dirty="0">
                <a:latin typeface="Times New Roman"/>
                <a:cs typeface="Times New Roman"/>
              </a:rPr>
              <a:t>inefficiencies,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errors,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delays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fulfillment.</a:t>
            </a:r>
            <a:r>
              <a:rPr sz="1100" spc="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This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project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aims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design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implement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spc="-50" dirty="0">
                <a:latin typeface="Times New Roman"/>
                <a:cs typeface="Times New Roman"/>
              </a:rPr>
              <a:t>a </a:t>
            </a:r>
            <a:r>
              <a:rPr sz="1100" b="1" dirty="0">
                <a:latin typeface="Times New Roman"/>
                <a:cs typeface="Times New Roman"/>
              </a:rPr>
              <a:t>dynamic</a:t>
            </a:r>
            <a:r>
              <a:rPr sz="1100" b="1" spc="12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Service</a:t>
            </a:r>
            <a:r>
              <a:rPr sz="1100" b="1" spc="13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Catalog</a:t>
            </a:r>
            <a:r>
              <a:rPr sz="1100" b="1" spc="12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item</a:t>
            </a:r>
            <a:r>
              <a:rPr sz="1100" b="1" spc="1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within</a:t>
            </a:r>
            <a:r>
              <a:rPr sz="1100" spc="1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1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organization’s</a:t>
            </a:r>
            <a:r>
              <a:rPr sz="1100" spc="1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IT</a:t>
            </a:r>
            <a:r>
              <a:rPr sz="1100" spc="1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Service</a:t>
            </a:r>
            <a:r>
              <a:rPr sz="1100" spc="1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Management</a:t>
            </a:r>
            <a:r>
              <a:rPr sz="1100" spc="12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(ITSM) </a:t>
            </a:r>
            <a:r>
              <a:rPr sz="1100" dirty="0">
                <a:latin typeface="Times New Roman"/>
                <a:cs typeface="Times New Roman"/>
              </a:rPr>
              <a:t>platform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streamline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laptop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requests.</a:t>
            </a:r>
            <a:r>
              <a:rPr sz="1100" spc="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solution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will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replace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manual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process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with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an</a:t>
            </a:r>
            <a:endParaRPr sz="1100" dirty="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53975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-50" dirty="0"/>
              <a:pPr marL="53975">
                <a:lnSpc>
                  <a:spcPct val="100000"/>
                </a:lnSpc>
                <a:spcBef>
                  <a:spcPts val="25"/>
                </a:spcBef>
              </a:pPr>
              <a:t>5</a:t>
            </a:fld>
            <a:endParaRPr spc="-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4800" y="304799"/>
            <a:ext cx="6956425" cy="9525"/>
          </a:xfrm>
          <a:custGeom>
            <a:avLst/>
            <a:gdLst/>
            <a:ahLst/>
            <a:cxnLst/>
            <a:rect l="l" t="t" r="r" b="b"/>
            <a:pathLst>
              <a:path w="6956425" h="9525">
                <a:moveTo>
                  <a:pt x="6956044" y="0"/>
                </a:moveTo>
                <a:lnTo>
                  <a:pt x="6946900" y="0"/>
                </a:lnTo>
                <a:lnTo>
                  <a:pt x="9144" y="0"/>
                </a:lnTo>
                <a:lnTo>
                  <a:pt x="6350" y="0"/>
                </a:lnTo>
                <a:lnTo>
                  <a:pt x="0" y="0"/>
                </a:lnTo>
                <a:lnTo>
                  <a:pt x="0" y="9144"/>
                </a:lnTo>
                <a:lnTo>
                  <a:pt x="6350" y="9144"/>
                </a:lnTo>
                <a:lnTo>
                  <a:pt x="9144" y="9144"/>
                </a:lnTo>
                <a:lnTo>
                  <a:pt x="6946900" y="9144"/>
                </a:lnTo>
                <a:lnTo>
                  <a:pt x="6956044" y="9144"/>
                </a:lnTo>
                <a:lnTo>
                  <a:pt x="695604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04800" y="311149"/>
            <a:ext cx="6956425" cy="10083800"/>
          </a:xfrm>
          <a:custGeom>
            <a:avLst/>
            <a:gdLst/>
            <a:ahLst/>
            <a:cxnLst/>
            <a:rect l="l" t="t" r="r" b="b"/>
            <a:pathLst>
              <a:path w="6956425" h="10083800">
                <a:moveTo>
                  <a:pt x="6956044" y="0"/>
                </a:moveTo>
                <a:lnTo>
                  <a:pt x="6946900" y="0"/>
                </a:lnTo>
                <a:lnTo>
                  <a:pt x="6946900" y="10074275"/>
                </a:lnTo>
                <a:lnTo>
                  <a:pt x="9144" y="10074275"/>
                </a:lnTo>
                <a:lnTo>
                  <a:pt x="9144" y="0"/>
                </a:lnTo>
                <a:lnTo>
                  <a:pt x="0" y="0"/>
                </a:lnTo>
                <a:lnTo>
                  <a:pt x="0" y="10074275"/>
                </a:lnTo>
                <a:lnTo>
                  <a:pt x="0" y="10083419"/>
                </a:lnTo>
                <a:lnTo>
                  <a:pt x="6350" y="10083419"/>
                </a:lnTo>
                <a:lnTo>
                  <a:pt x="9144" y="10083419"/>
                </a:lnTo>
                <a:lnTo>
                  <a:pt x="6946900" y="10083419"/>
                </a:lnTo>
                <a:lnTo>
                  <a:pt x="6956044" y="10083419"/>
                </a:lnTo>
                <a:lnTo>
                  <a:pt x="6956044" y="10074275"/>
                </a:lnTo>
                <a:lnTo>
                  <a:pt x="695604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892492" y="878586"/>
            <a:ext cx="5764530" cy="86893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225" marR="6350" algn="just">
              <a:lnSpc>
                <a:spcPct val="107600"/>
              </a:lnSpc>
              <a:spcBef>
                <a:spcPts val="100"/>
              </a:spcBef>
            </a:pPr>
            <a:r>
              <a:rPr sz="1100" dirty="0">
                <a:latin typeface="Times New Roman"/>
                <a:cs typeface="Times New Roman"/>
              </a:rPr>
              <a:t>automated,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user-</a:t>
            </a:r>
            <a:r>
              <a:rPr sz="1100" dirty="0">
                <a:latin typeface="Times New Roman"/>
                <a:cs typeface="Times New Roman"/>
              </a:rPr>
              <a:t>friendly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interface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that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dynamically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adjusts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form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fields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based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on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user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inputs, </a:t>
            </a:r>
            <a:r>
              <a:rPr sz="1100" dirty="0">
                <a:latin typeface="Times New Roman"/>
                <a:cs typeface="Times New Roman"/>
              </a:rPr>
              <a:t>provides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clear</a:t>
            </a:r>
            <a:r>
              <a:rPr sz="1100" spc="-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instructions,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-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enables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users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reset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or</a:t>
            </a:r>
            <a:r>
              <a:rPr sz="1100" spc="-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modify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their</a:t>
            </a:r>
            <a:r>
              <a:rPr sz="1100" spc="-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requests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with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ease.</a:t>
            </a:r>
            <a:endParaRPr sz="1100" dirty="0">
              <a:latin typeface="Times New Roman"/>
              <a:cs typeface="Times New Roman"/>
            </a:endParaRPr>
          </a:p>
          <a:p>
            <a:pPr marL="28575" marR="5080" indent="-6350" algn="just">
              <a:lnSpc>
                <a:spcPct val="108300"/>
              </a:lnSpc>
              <a:spcBef>
                <a:spcPts val="65"/>
              </a:spcBef>
            </a:pPr>
            <a:r>
              <a:rPr sz="1100" dirty="0">
                <a:latin typeface="Times New Roman"/>
                <a:cs typeface="Times New Roman"/>
              </a:rPr>
              <a:t>Additionally,</a:t>
            </a:r>
            <a:r>
              <a:rPr sz="1100" spc="2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all</a:t>
            </a:r>
            <a:r>
              <a:rPr sz="1100" spc="2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form</a:t>
            </a:r>
            <a:r>
              <a:rPr sz="1100" spc="2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changes,</a:t>
            </a:r>
            <a:r>
              <a:rPr sz="1100" spc="2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submissions,</a:t>
            </a:r>
            <a:r>
              <a:rPr sz="1100" spc="2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2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deployments</a:t>
            </a:r>
            <a:r>
              <a:rPr sz="1100" spc="25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will</a:t>
            </a:r>
            <a:r>
              <a:rPr sz="1100" spc="2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be</a:t>
            </a:r>
            <a:r>
              <a:rPr sz="1100" spc="2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tracked</a:t>
            </a:r>
            <a:r>
              <a:rPr sz="1100" spc="2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24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ensure </a:t>
            </a:r>
            <a:r>
              <a:rPr sz="1100" dirty="0">
                <a:latin typeface="Times New Roman"/>
                <a:cs typeface="Times New Roman"/>
              </a:rPr>
              <a:t>transparency,</a:t>
            </a:r>
            <a:r>
              <a:rPr sz="1100" spc="2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compliance,</a:t>
            </a:r>
            <a:r>
              <a:rPr sz="1100" spc="2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2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effective</a:t>
            </a:r>
            <a:r>
              <a:rPr sz="1100" spc="2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governance.</a:t>
            </a:r>
            <a:r>
              <a:rPr sz="1100" spc="2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By</a:t>
            </a:r>
            <a:r>
              <a:rPr sz="1100" spc="2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implementing</a:t>
            </a:r>
            <a:r>
              <a:rPr sz="1100" spc="2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this</a:t>
            </a:r>
            <a:r>
              <a:rPr sz="1100" spc="2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solution,</a:t>
            </a:r>
            <a:r>
              <a:rPr sz="1100" spc="275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the </a:t>
            </a:r>
            <a:r>
              <a:rPr sz="1100" dirty="0">
                <a:latin typeface="Times New Roman"/>
                <a:cs typeface="Times New Roman"/>
              </a:rPr>
              <a:t>organization</a:t>
            </a:r>
            <a:r>
              <a:rPr sz="1100" spc="3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can</a:t>
            </a:r>
            <a:r>
              <a:rPr sz="1100" spc="3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enhance</a:t>
            </a:r>
            <a:r>
              <a:rPr sz="1100" spc="3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employee</a:t>
            </a:r>
            <a:r>
              <a:rPr sz="1100" spc="3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experience,</a:t>
            </a:r>
            <a:r>
              <a:rPr sz="1100" spc="3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improve</a:t>
            </a:r>
            <a:r>
              <a:rPr sz="1100" spc="3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request</a:t>
            </a:r>
            <a:r>
              <a:rPr sz="1100" spc="3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accuracy,</a:t>
            </a:r>
            <a:r>
              <a:rPr sz="1100" spc="3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35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reduce turnaround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time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 laptop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provisioning.</a:t>
            </a:r>
            <a:endParaRPr sz="1100" dirty="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  <a:spcBef>
                <a:spcPts val="1335"/>
              </a:spcBef>
            </a:pPr>
            <a:r>
              <a:rPr sz="1100" b="1" dirty="0">
                <a:latin typeface="Times New Roman"/>
                <a:cs typeface="Times New Roman"/>
              </a:rPr>
              <a:t>Empathy</a:t>
            </a:r>
            <a:r>
              <a:rPr sz="1100" b="1" spc="-2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Map</a:t>
            </a:r>
            <a:r>
              <a:rPr sz="1100" b="1" spc="-15" dirty="0">
                <a:latin typeface="Times New Roman"/>
                <a:cs typeface="Times New Roman"/>
              </a:rPr>
              <a:t> </a:t>
            </a:r>
            <a:r>
              <a:rPr sz="1100" b="1" spc="-10" dirty="0">
                <a:latin typeface="Times New Roman"/>
                <a:cs typeface="Times New Roman"/>
              </a:rPr>
              <a:t>canvas</a:t>
            </a:r>
            <a:endParaRPr sz="1100" dirty="0">
              <a:latin typeface="Times New Roman"/>
              <a:cs typeface="Times New Roman"/>
            </a:endParaRPr>
          </a:p>
          <a:p>
            <a:pPr marL="174625" indent="-152400">
              <a:lnSpc>
                <a:spcPct val="100000"/>
              </a:lnSpc>
              <a:spcBef>
                <a:spcPts val="1365"/>
              </a:spcBef>
              <a:buAutoNum type="arabicPeriod"/>
              <a:tabLst>
                <a:tab pos="174625" algn="l"/>
              </a:tabLst>
            </a:pPr>
            <a:r>
              <a:rPr sz="1100" b="1" spc="-20" dirty="0">
                <a:latin typeface="Times New Roman"/>
                <a:cs typeface="Times New Roman"/>
              </a:rPr>
              <a:t>Says</a:t>
            </a:r>
            <a:endParaRPr sz="11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buFont typeface="Times New Roman"/>
              <a:buAutoNum type="arabicPeriod"/>
            </a:pPr>
            <a:endParaRPr sz="1100" dirty="0">
              <a:latin typeface="Times New Roman"/>
              <a:cs typeface="Times New Roman"/>
            </a:endParaRPr>
          </a:p>
          <a:p>
            <a:pPr marL="469900" lvl="1" indent="-228600">
              <a:lnSpc>
                <a:spcPct val="100000"/>
              </a:lnSpc>
              <a:spcBef>
                <a:spcPts val="5"/>
              </a:spcBef>
              <a:buSzPct val="83333"/>
              <a:buFont typeface="Arial MT"/>
              <a:buChar char="•"/>
              <a:tabLst>
                <a:tab pos="469900" algn="l"/>
              </a:tabLst>
            </a:pPr>
            <a:r>
              <a:rPr sz="1100" dirty="0">
                <a:latin typeface="Times New Roman"/>
                <a:cs typeface="Times New Roman"/>
              </a:rPr>
              <a:t>“I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need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laptop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quickly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start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my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project.”</a:t>
            </a:r>
            <a:endParaRPr sz="1100" dirty="0">
              <a:latin typeface="Times New Roman"/>
              <a:cs typeface="Times New Roman"/>
            </a:endParaRPr>
          </a:p>
          <a:p>
            <a:pPr marL="469900" lvl="1" indent="-228600">
              <a:lnSpc>
                <a:spcPct val="100000"/>
              </a:lnSpc>
              <a:spcBef>
                <a:spcPts val="1355"/>
              </a:spcBef>
              <a:buSzPct val="83333"/>
              <a:buFont typeface="Arial MT"/>
              <a:buChar char="•"/>
              <a:tabLst>
                <a:tab pos="469900" algn="l"/>
              </a:tabLst>
            </a:pPr>
            <a:r>
              <a:rPr sz="1100" dirty="0">
                <a:latin typeface="Times New Roman"/>
                <a:cs typeface="Times New Roman"/>
              </a:rPr>
              <a:t>“The</a:t>
            </a:r>
            <a:r>
              <a:rPr sz="1100" spc="-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current</a:t>
            </a:r>
            <a:r>
              <a:rPr sz="1100" spc="-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request</a:t>
            </a:r>
            <a:r>
              <a:rPr sz="1100" spc="-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process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takes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too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long.”</a:t>
            </a:r>
            <a:endParaRPr sz="1100" dirty="0">
              <a:latin typeface="Times New Roman"/>
              <a:cs typeface="Times New Roman"/>
            </a:endParaRPr>
          </a:p>
          <a:p>
            <a:pPr marL="469900" lvl="1" indent="-228600">
              <a:lnSpc>
                <a:spcPct val="100000"/>
              </a:lnSpc>
              <a:spcBef>
                <a:spcPts val="1340"/>
              </a:spcBef>
              <a:buSzPct val="83333"/>
              <a:buFont typeface="Arial MT"/>
              <a:buChar char="•"/>
              <a:tabLst>
                <a:tab pos="469900" algn="l"/>
              </a:tabLst>
            </a:pPr>
            <a:r>
              <a:rPr sz="1100" dirty="0">
                <a:latin typeface="Times New Roman"/>
                <a:cs typeface="Times New Roman"/>
              </a:rPr>
              <a:t>“I’m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not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sure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what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details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need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fill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spc="-20" dirty="0">
                <a:latin typeface="Times New Roman"/>
                <a:cs typeface="Times New Roman"/>
              </a:rPr>
              <a:t>in.”</a:t>
            </a:r>
            <a:endParaRPr sz="1100" dirty="0">
              <a:latin typeface="Times New Roman"/>
              <a:cs typeface="Times New Roman"/>
            </a:endParaRPr>
          </a:p>
          <a:p>
            <a:pPr marL="469900" lvl="1" indent="-228600">
              <a:lnSpc>
                <a:spcPct val="100000"/>
              </a:lnSpc>
              <a:spcBef>
                <a:spcPts val="1360"/>
              </a:spcBef>
              <a:buSzPct val="83333"/>
              <a:buFont typeface="Arial MT"/>
              <a:buChar char="•"/>
              <a:tabLst>
                <a:tab pos="469900" algn="l"/>
              </a:tabLst>
            </a:pPr>
            <a:r>
              <a:rPr sz="1100" dirty="0">
                <a:latin typeface="Times New Roman"/>
                <a:cs typeface="Times New Roman"/>
              </a:rPr>
              <a:t>“It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would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be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easier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if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form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guided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me</a:t>
            </a:r>
            <a:r>
              <a:rPr sz="1100" spc="-10" dirty="0">
                <a:latin typeface="Times New Roman"/>
                <a:cs typeface="Times New Roman"/>
              </a:rPr>
              <a:t> automatically.”</a:t>
            </a:r>
            <a:endParaRPr sz="1100" dirty="0">
              <a:latin typeface="Times New Roman"/>
              <a:cs typeface="Times New Roman"/>
            </a:endParaRPr>
          </a:p>
          <a:p>
            <a:pPr marL="174625" indent="-152400">
              <a:lnSpc>
                <a:spcPct val="100000"/>
              </a:lnSpc>
              <a:spcBef>
                <a:spcPts val="1360"/>
              </a:spcBef>
              <a:buAutoNum type="arabicPeriod"/>
              <a:tabLst>
                <a:tab pos="174625" algn="l"/>
              </a:tabLst>
            </a:pPr>
            <a:r>
              <a:rPr sz="1100" b="1" spc="-10" dirty="0">
                <a:latin typeface="Times New Roman"/>
                <a:cs typeface="Times New Roman"/>
              </a:rPr>
              <a:t>Thinks</a:t>
            </a:r>
            <a:endParaRPr sz="1100" dirty="0">
              <a:latin typeface="Times New Roman"/>
              <a:cs typeface="Times New Roman"/>
            </a:endParaRPr>
          </a:p>
          <a:p>
            <a:pPr marL="469900" lvl="1" indent="-228600">
              <a:lnSpc>
                <a:spcPct val="100000"/>
              </a:lnSpc>
              <a:spcBef>
                <a:spcPts val="1360"/>
              </a:spcBef>
              <a:buSzPct val="83333"/>
              <a:buFont typeface="Arial MT"/>
              <a:buChar char="•"/>
              <a:tabLst>
                <a:tab pos="469900" algn="l"/>
              </a:tabLst>
            </a:pPr>
            <a:r>
              <a:rPr sz="1100" dirty="0">
                <a:latin typeface="Times New Roman"/>
                <a:cs typeface="Times New Roman"/>
              </a:rPr>
              <a:t>“Why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can’t</a:t>
            </a:r>
            <a:r>
              <a:rPr sz="1100" spc="-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this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process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be</a:t>
            </a:r>
            <a:r>
              <a:rPr sz="1100" spc="-4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automated?”</a:t>
            </a:r>
            <a:endParaRPr sz="1100" dirty="0">
              <a:latin typeface="Times New Roman"/>
              <a:cs typeface="Times New Roman"/>
            </a:endParaRPr>
          </a:p>
          <a:p>
            <a:pPr marL="469900" lvl="1" indent="-228600">
              <a:lnSpc>
                <a:spcPct val="100000"/>
              </a:lnSpc>
              <a:spcBef>
                <a:spcPts val="1360"/>
              </a:spcBef>
              <a:buSzPct val="83333"/>
              <a:buFont typeface="Arial MT"/>
              <a:buChar char="•"/>
              <a:tabLst>
                <a:tab pos="469900" algn="l"/>
              </a:tabLst>
            </a:pPr>
            <a:r>
              <a:rPr sz="1100" dirty="0">
                <a:latin typeface="Times New Roman"/>
                <a:cs typeface="Times New Roman"/>
              </a:rPr>
              <a:t>“I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hope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my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request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doesn’t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get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delayed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again.”</a:t>
            </a:r>
            <a:endParaRPr sz="1100" dirty="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5"/>
              </a:spcBef>
              <a:buFont typeface="Arial MT"/>
              <a:buChar char="•"/>
            </a:pPr>
            <a:endParaRPr sz="1100" dirty="0">
              <a:latin typeface="Times New Roman"/>
              <a:cs typeface="Times New Roman"/>
            </a:endParaRPr>
          </a:p>
          <a:p>
            <a:pPr marL="469900" lvl="1" indent="-228600">
              <a:lnSpc>
                <a:spcPct val="100000"/>
              </a:lnSpc>
              <a:buSzPct val="83333"/>
              <a:buFont typeface="Arial MT"/>
              <a:buChar char="•"/>
              <a:tabLst>
                <a:tab pos="469900" algn="l"/>
              </a:tabLst>
            </a:pPr>
            <a:r>
              <a:rPr sz="1100" dirty="0">
                <a:latin typeface="Times New Roman"/>
                <a:cs typeface="Times New Roman"/>
              </a:rPr>
              <a:t>“There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should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be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simpler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way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track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my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request.”</a:t>
            </a:r>
            <a:endParaRPr sz="1100" dirty="0">
              <a:latin typeface="Times New Roman"/>
              <a:cs typeface="Times New Roman"/>
            </a:endParaRPr>
          </a:p>
          <a:p>
            <a:pPr marL="469900" lvl="1" indent="-228600">
              <a:lnSpc>
                <a:spcPct val="100000"/>
              </a:lnSpc>
              <a:spcBef>
                <a:spcPts val="1365"/>
              </a:spcBef>
              <a:buSzPct val="83333"/>
              <a:buFont typeface="Arial MT"/>
              <a:buChar char="•"/>
              <a:tabLst>
                <a:tab pos="469900" algn="l"/>
              </a:tabLst>
            </a:pPr>
            <a:r>
              <a:rPr sz="1100" dirty="0">
                <a:latin typeface="Times New Roman"/>
                <a:cs typeface="Times New Roman"/>
              </a:rPr>
              <a:t>“It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would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be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nice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if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could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reset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form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start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fresh.”</a:t>
            </a:r>
            <a:endParaRPr sz="1100" dirty="0">
              <a:latin typeface="Times New Roman"/>
              <a:cs typeface="Times New Roman"/>
            </a:endParaRPr>
          </a:p>
          <a:p>
            <a:pPr marL="174625" indent="-152400">
              <a:lnSpc>
                <a:spcPct val="100000"/>
              </a:lnSpc>
              <a:spcBef>
                <a:spcPts val="1360"/>
              </a:spcBef>
              <a:buAutoNum type="arabicPeriod"/>
              <a:tabLst>
                <a:tab pos="174625" algn="l"/>
              </a:tabLst>
            </a:pPr>
            <a:r>
              <a:rPr sz="1100" b="1" spc="-20" dirty="0">
                <a:latin typeface="Times New Roman"/>
                <a:cs typeface="Times New Roman"/>
              </a:rPr>
              <a:t>Does</a:t>
            </a:r>
            <a:endParaRPr sz="1100" dirty="0">
              <a:latin typeface="Times New Roman"/>
              <a:cs typeface="Times New Roman"/>
            </a:endParaRPr>
          </a:p>
          <a:p>
            <a:pPr marL="469900" lvl="1" indent="-228600">
              <a:lnSpc>
                <a:spcPct val="100000"/>
              </a:lnSpc>
              <a:spcBef>
                <a:spcPts val="1360"/>
              </a:spcBef>
              <a:buSzPct val="83333"/>
              <a:buFont typeface="Arial MT"/>
              <a:buChar char="•"/>
              <a:tabLst>
                <a:tab pos="469900" algn="l"/>
              </a:tabLst>
            </a:pPr>
            <a:r>
              <a:rPr sz="1100" dirty="0">
                <a:latin typeface="Times New Roman"/>
                <a:cs typeface="Times New Roman"/>
              </a:rPr>
              <a:t>Fills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out</a:t>
            </a:r>
            <a:r>
              <a:rPr sz="1100" spc="-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manual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or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static</a:t>
            </a:r>
            <a:r>
              <a:rPr sz="1100" spc="-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forms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request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laptops.</a:t>
            </a:r>
            <a:endParaRPr sz="1100" dirty="0">
              <a:latin typeface="Times New Roman"/>
              <a:cs typeface="Times New Roman"/>
            </a:endParaRPr>
          </a:p>
          <a:p>
            <a:pPr marL="469900" lvl="1" indent="-228600">
              <a:lnSpc>
                <a:spcPct val="100000"/>
              </a:lnSpc>
              <a:spcBef>
                <a:spcPts val="1360"/>
              </a:spcBef>
              <a:buSzPct val="83333"/>
              <a:buFont typeface="Arial MT"/>
              <a:buChar char="•"/>
              <a:tabLst>
                <a:tab pos="469900" algn="l"/>
              </a:tabLst>
            </a:pPr>
            <a:r>
              <a:rPr sz="1100" spc="-10" dirty="0">
                <a:latin typeface="Times New Roman"/>
                <a:cs typeface="Times New Roman"/>
              </a:rPr>
              <a:t>Contacts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IT</a:t>
            </a:r>
            <a:r>
              <a:rPr sz="1100" spc="-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or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HR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department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updates.</a:t>
            </a:r>
            <a:endParaRPr sz="1100" dirty="0">
              <a:latin typeface="Times New Roman"/>
              <a:cs typeface="Times New Roman"/>
            </a:endParaRPr>
          </a:p>
          <a:p>
            <a:pPr marL="469900" lvl="1" indent="-228600">
              <a:lnSpc>
                <a:spcPct val="100000"/>
              </a:lnSpc>
              <a:spcBef>
                <a:spcPts val="1360"/>
              </a:spcBef>
              <a:buSzPct val="83333"/>
              <a:buFont typeface="Arial MT"/>
              <a:buChar char="•"/>
              <a:tabLst>
                <a:tab pos="469900" algn="l"/>
              </a:tabLst>
            </a:pPr>
            <a:r>
              <a:rPr sz="1100" dirty="0">
                <a:latin typeface="Times New Roman"/>
                <a:cs typeface="Times New Roman"/>
              </a:rPr>
              <a:t>Submits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repeated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requests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due</a:t>
            </a:r>
            <a:r>
              <a:rPr sz="1100" spc="-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missing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or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incorrect</a:t>
            </a:r>
            <a:r>
              <a:rPr sz="1100" spc="-4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data.</a:t>
            </a:r>
            <a:endParaRPr sz="1100" dirty="0">
              <a:latin typeface="Times New Roman"/>
              <a:cs typeface="Times New Roman"/>
            </a:endParaRPr>
          </a:p>
          <a:p>
            <a:pPr marL="469900" lvl="1" indent="-228600">
              <a:lnSpc>
                <a:spcPct val="100000"/>
              </a:lnSpc>
              <a:spcBef>
                <a:spcPts val="1365"/>
              </a:spcBef>
              <a:buSzPct val="83333"/>
              <a:buFont typeface="Arial MT"/>
              <a:buChar char="•"/>
              <a:tabLst>
                <a:tab pos="469900" algn="l"/>
              </a:tabLst>
            </a:pPr>
            <a:r>
              <a:rPr sz="1100" spc="-25" dirty="0">
                <a:latin typeface="Times New Roman"/>
                <a:cs typeface="Times New Roman"/>
              </a:rPr>
              <a:t>Waits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approvals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without</a:t>
            </a:r>
            <a:r>
              <a:rPr sz="1100" spc="-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knowing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-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request</a:t>
            </a:r>
            <a:r>
              <a:rPr sz="1100" spc="-4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status.</a:t>
            </a:r>
            <a:endParaRPr sz="1100" dirty="0">
              <a:latin typeface="Times New Roman"/>
              <a:cs typeface="Times New Roman"/>
            </a:endParaRPr>
          </a:p>
          <a:p>
            <a:pPr marL="174625" indent="-152400">
              <a:lnSpc>
                <a:spcPct val="100000"/>
              </a:lnSpc>
              <a:spcBef>
                <a:spcPts val="1355"/>
              </a:spcBef>
              <a:buAutoNum type="arabicPeriod"/>
              <a:tabLst>
                <a:tab pos="174625" algn="l"/>
              </a:tabLst>
            </a:pPr>
            <a:r>
              <a:rPr sz="1100" b="1" spc="-10" dirty="0">
                <a:latin typeface="Times New Roman"/>
                <a:cs typeface="Times New Roman"/>
              </a:rPr>
              <a:t>Feels</a:t>
            </a:r>
            <a:endParaRPr sz="1100" dirty="0">
              <a:latin typeface="Times New Roman"/>
              <a:cs typeface="Times New Roman"/>
            </a:endParaRPr>
          </a:p>
          <a:p>
            <a:pPr marL="469900" lvl="1" indent="-228600">
              <a:lnSpc>
                <a:spcPct val="100000"/>
              </a:lnSpc>
              <a:spcBef>
                <a:spcPts val="1365"/>
              </a:spcBef>
              <a:buSzPct val="83333"/>
              <a:buFont typeface="Arial MT"/>
              <a:buChar char="•"/>
              <a:tabLst>
                <a:tab pos="469900" algn="l"/>
              </a:tabLst>
            </a:pPr>
            <a:r>
              <a:rPr sz="1100" dirty="0">
                <a:latin typeface="Times New Roman"/>
                <a:cs typeface="Times New Roman"/>
              </a:rPr>
              <a:t>Frustrated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with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delays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repetitive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manual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steps.</a:t>
            </a:r>
            <a:endParaRPr sz="1100" dirty="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5"/>
              </a:spcBef>
              <a:buFont typeface="Arial MT"/>
              <a:buChar char="•"/>
            </a:pPr>
            <a:endParaRPr sz="1100" dirty="0">
              <a:latin typeface="Times New Roman"/>
              <a:cs typeface="Times New Roman"/>
            </a:endParaRPr>
          </a:p>
          <a:p>
            <a:pPr marL="469900" lvl="1" indent="-228600">
              <a:lnSpc>
                <a:spcPct val="100000"/>
              </a:lnSpc>
              <a:buSzPct val="83333"/>
              <a:buFont typeface="Arial MT"/>
              <a:buChar char="•"/>
              <a:tabLst>
                <a:tab pos="469900" algn="l"/>
              </a:tabLst>
            </a:pPr>
            <a:r>
              <a:rPr sz="1100" dirty="0">
                <a:latin typeface="Times New Roman"/>
                <a:cs typeface="Times New Roman"/>
              </a:rPr>
              <a:t>Confused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about</a:t>
            </a:r>
            <a:r>
              <a:rPr sz="1100" spc="-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what</a:t>
            </a:r>
            <a:r>
              <a:rPr sz="1100" spc="-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information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provide.</a:t>
            </a:r>
            <a:endParaRPr sz="1100" dirty="0">
              <a:latin typeface="Times New Roman"/>
              <a:cs typeface="Times New Roman"/>
            </a:endParaRPr>
          </a:p>
          <a:p>
            <a:pPr marL="469900" lvl="1" indent="-228600">
              <a:lnSpc>
                <a:spcPct val="100000"/>
              </a:lnSpc>
              <a:spcBef>
                <a:spcPts val="1335"/>
              </a:spcBef>
              <a:buSzPct val="83333"/>
              <a:buFont typeface="Arial MT"/>
              <a:buChar char="•"/>
              <a:tabLst>
                <a:tab pos="469900" algn="l"/>
              </a:tabLst>
            </a:pPr>
            <a:r>
              <a:rPr sz="1100" dirty="0">
                <a:latin typeface="Times New Roman"/>
                <a:cs typeface="Times New Roman"/>
              </a:rPr>
              <a:t>Anxious</a:t>
            </a:r>
            <a:r>
              <a:rPr sz="1100" spc="-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about</a:t>
            </a:r>
            <a:r>
              <a:rPr sz="1100" spc="-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approval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timelines.</a:t>
            </a:r>
            <a:endParaRPr sz="1100" dirty="0">
              <a:latin typeface="Times New Roman"/>
              <a:cs typeface="Times New Roman"/>
            </a:endParaRPr>
          </a:p>
          <a:p>
            <a:pPr marL="469900" lvl="1" indent="-228600">
              <a:lnSpc>
                <a:spcPct val="100000"/>
              </a:lnSpc>
              <a:spcBef>
                <a:spcPts val="1360"/>
              </a:spcBef>
              <a:buSzPct val="83333"/>
              <a:buFont typeface="Arial MT"/>
              <a:buChar char="•"/>
              <a:tabLst>
                <a:tab pos="469900" algn="l"/>
              </a:tabLst>
            </a:pPr>
            <a:r>
              <a:rPr sz="1100" dirty="0">
                <a:latin typeface="Times New Roman"/>
                <a:cs typeface="Times New Roman"/>
              </a:rPr>
              <a:t>Relieved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when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process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is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automated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transparent.</a:t>
            </a:r>
            <a:endParaRPr sz="1100" dirty="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53975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-50" dirty="0"/>
              <a:pPr marL="53975">
                <a:lnSpc>
                  <a:spcPct val="100000"/>
                </a:lnSpc>
                <a:spcBef>
                  <a:spcPts val="25"/>
                </a:spcBef>
              </a:pPr>
              <a:t>6</a:t>
            </a:fld>
            <a:endParaRPr spc="-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4800" y="304799"/>
            <a:ext cx="6956425" cy="9525"/>
          </a:xfrm>
          <a:custGeom>
            <a:avLst/>
            <a:gdLst/>
            <a:ahLst/>
            <a:cxnLst/>
            <a:rect l="l" t="t" r="r" b="b"/>
            <a:pathLst>
              <a:path w="6956425" h="9525">
                <a:moveTo>
                  <a:pt x="6956044" y="0"/>
                </a:moveTo>
                <a:lnTo>
                  <a:pt x="6946900" y="0"/>
                </a:lnTo>
                <a:lnTo>
                  <a:pt x="9144" y="0"/>
                </a:lnTo>
                <a:lnTo>
                  <a:pt x="6350" y="0"/>
                </a:lnTo>
                <a:lnTo>
                  <a:pt x="0" y="0"/>
                </a:lnTo>
                <a:lnTo>
                  <a:pt x="0" y="9144"/>
                </a:lnTo>
                <a:lnTo>
                  <a:pt x="6350" y="9144"/>
                </a:lnTo>
                <a:lnTo>
                  <a:pt x="9144" y="9144"/>
                </a:lnTo>
                <a:lnTo>
                  <a:pt x="6946900" y="9144"/>
                </a:lnTo>
                <a:lnTo>
                  <a:pt x="6956044" y="9144"/>
                </a:lnTo>
                <a:lnTo>
                  <a:pt x="695604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04800" y="10385425"/>
            <a:ext cx="6956425" cy="9525"/>
          </a:xfrm>
          <a:custGeom>
            <a:avLst/>
            <a:gdLst/>
            <a:ahLst/>
            <a:cxnLst/>
            <a:rect l="l" t="t" r="r" b="b"/>
            <a:pathLst>
              <a:path w="6956425" h="9525">
                <a:moveTo>
                  <a:pt x="6956044" y="0"/>
                </a:moveTo>
                <a:lnTo>
                  <a:pt x="6946900" y="0"/>
                </a:lnTo>
                <a:lnTo>
                  <a:pt x="9144" y="0"/>
                </a:lnTo>
                <a:lnTo>
                  <a:pt x="6350" y="0"/>
                </a:lnTo>
                <a:lnTo>
                  <a:pt x="0" y="0"/>
                </a:lnTo>
                <a:lnTo>
                  <a:pt x="0" y="9144"/>
                </a:lnTo>
                <a:lnTo>
                  <a:pt x="6350" y="9144"/>
                </a:lnTo>
                <a:lnTo>
                  <a:pt x="9144" y="9144"/>
                </a:lnTo>
                <a:lnTo>
                  <a:pt x="6946900" y="9144"/>
                </a:lnTo>
                <a:lnTo>
                  <a:pt x="6956044" y="9144"/>
                </a:lnTo>
                <a:lnTo>
                  <a:pt x="695604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04874" y="2374900"/>
            <a:ext cx="4495800" cy="4495800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304800" y="311150"/>
            <a:ext cx="9525" cy="10074275"/>
          </a:xfrm>
          <a:custGeom>
            <a:avLst/>
            <a:gdLst/>
            <a:ahLst/>
            <a:cxnLst/>
            <a:rect l="l" t="t" r="r" b="b"/>
            <a:pathLst>
              <a:path w="9525" h="10074275">
                <a:moveTo>
                  <a:pt x="9143" y="0"/>
                </a:moveTo>
                <a:lnTo>
                  <a:pt x="0" y="0"/>
                </a:lnTo>
                <a:lnTo>
                  <a:pt x="0" y="10074275"/>
                </a:lnTo>
                <a:lnTo>
                  <a:pt x="9143" y="10074275"/>
                </a:lnTo>
                <a:lnTo>
                  <a:pt x="914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251700" y="311150"/>
            <a:ext cx="9525" cy="10074275"/>
          </a:xfrm>
          <a:custGeom>
            <a:avLst/>
            <a:gdLst/>
            <a:ahLst/>
            <a:cxnLst/>
            <a:rect l="l" t="t" r="r" b="b"/>
            <a:pathLst>
              <a:path w="9525" h="10074275">
                <a:moveTo>
                  <a:pt x="9144" y="0"/>
                </a:moveTo>
                <a:lnTo>
                  <a:pt x="0" y="0"/>
                </a:lnTo>
                <a:lnTo>
                  <a:pt x="0" y="10074275"/>
                </a:lnTo>
                <a:lnTo>
                  <a:pt x="9144" y="10074275"/>
                </a:lnTo>
                <a:lnTo>
                  <a:pt x="914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53975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-50" dirty="0"/>
              <a:pPr marL="53975">
                <a:lnSpc>
                  <a:spcPct val="100000"/>
                </a:lnSpc>
                <a:spcBef>
                  <a:spcPts val="25"/>
                </a:spcBef>
              </a:pPr>
              <a:t>7</a:t>
            </a:fld>
            <a:endParaRPr spc="-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4800" y="304799"/>
            <a:ext cx="6956425" cy="9525"/>
          </a:xfrm>
          <a:custGeom>
            <a:avLst/>
            <a:gdLst/>
            <a:ahLst/>
            <a:cxnLst/>
            <a:rect l="l" t="t" r="r" b="b"/>
            <a:pathLst>
              <a:path w="6956425" h="9525">
                <a:moveTo>
                  <a:pt x="6956044" y="0"/>
                </a:moveTo>
                <a:lnTo>
                  <a:pt x="6946900" y="0"/>
                </a:lnTo>
                <a:lnTo>
                  <a:pt x="9144" y="0"/>
                </a:lnTo>
                <a:lnTo>
                  <a:pt x="6350" y="0"/>
                </a:lnTo>
                <a:lnTo>
                  <a:pt x="0" y="0"/>
                </a:lnTo>
                <a:lnTo>
                  <a:pt x="0" y="9144"/>
                </a:lnTo>
                <a:lnTo>
                  <a:pt x="6350" y="9144"/>
                </a:lnTo>
                <a:lnTo>
                  <a:pt x="9144" y="9144"/>
                </a:lnTo>
                <a:lnTo>
                  <a:pt x="6946900" y="9144"/>
                </a:lnTo>
                <a:lnTo>
                  <a:pt x="6956044" y="9144"/>
                </a:lnTo>
                <a:lnTo>
                  <a:pt x="695604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04800" y="311149"/>
            <a:ext cx="6956425" cy="10083800"/>
          </a:xfrm>
          <a:custGeom>
            <a:avLst/>
            <a:gdLst/>
            <a:ahLst/>
            <a:cxnLst/>
            <a:rect l="l" t="t" r="r" b="b"/>
            <a:pathLst>
              <a:path w="6956425" h="10083800">
                <a:moveTo>
                  <a:pt x="6956044" y="0"/>
                </a:moveTo>
                <a:lnTo>
                  <a:pt x="6946900" y="0"/>
                </a:lnTo>
                <a:lnTo>
                  <a:pt x="6946900" y="10074275"/>
                </a:lnTo>
                <a:lnTo>
                  <a:pt x="9144" y="10074275"/>
                </a:lnTo>
                <a:lnTo>
                  <a:pt x="9144" y="0"/>
                </a:lnTo>
                <a:lnTo>
                  <a:pt x="0" y="0"/>
                </a:lnTo>
                <a:lnTo>
                  <a:pt x="0" y="10074275"/>
                </a:lnTo>
                <a:lnTo>
                  <a:pt x="0" y="10083419"/>
                </a:lnTo>
                <a:lnTo>
                  <a:pt x="6350" y="10083419"/>
                </a:lnTo>
                <a:lnTo>
                  <a:pt x="9144" y="10083419"/>
                </a:lnTo>
                <a:lnTo>
                  <a:pt x="6946900" y="10083419"/>
                </a:lnTo>
                <a:lnTo>
                  <a:pt x="6956044" y="10083419"/>
                </a:lnTo>
                <a:lnTo>
                  <a:pt x="6956044" y="10074275"/>
                </a:lnTo>
                <a:lnTo>
                  <a:pt x="695604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892810" y="1079500"/>
            <a:ext cx="5770880" cy="70982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spc="-10" dirty="0">
                <a:latin typeface="Times New Roman"/>
                <a:cs typeface="Times New Roman"/>
              </a:rPr>
              <a:t>Introduction</a:t>
            </a:r>
            <a:endParaRPr sz="1100" dirty="0">
              <a:latin typeface="Times New Roman"/>
              <a:cs typeface="Times New Roman"/>
            </a:endParaRPr>
          </a:p>
          <a:p>
            <a:pPr marL="22225" marR="5080" indent="457200" algn="just">
              <a:lnSpc>
                <a:spcPct val="108000"/>
              </a:lnSpc>
              <a:spcBef>
                <a:spcPts val="1270"/>
              </a:spcBef>
            </a:pP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3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3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modern</a:t>
            </a:r>
            <a:r>
              <a:rPr sz="1100" spc="3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digital</a:t>
            </a:r>
            <a:r>
              <a:rPr sz="1100" spc="3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workplace,</a:t>
            </a:r>
            <a:r>
              <a:rPr sz="1100" spc="37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efficient</a:t>
            </a:r>
            <a:r>
              <a:rPr sz="1100" b="1" spc="35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IT</a:t>
            </a:r>
            <a:r>
              <a:rPr sz="1100" b="1" spc="33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asset</a:t>
            </a:r>
            <a:r>
              <a:rPr sz="1100" b="1" spc="36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management</a:t>
            </a:r>
            <a:r>
              <a:rPr sz="1100" b="1" spc="3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is</a:t>
            </a:r>
            <a:r>
              <a:rPr sz="1100" spc="3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crucial</a:t>
            </a:r>
            <a:r>
              <a:rPr sz="1100" spc="350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to </a:t>
            </a:r>
            <a:r>
              <a:rPr sz="1100" dirty="0">
                <a:latin typeface="Times New Roman"/>
                <a:cs typeface="Times New Roman"/>
              </a:rPr>
              <a:t>maintaining</a:t>
            </a:r>
            <a:r>
              <a:rPr sz="1100" spc="1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productivity</a:t>
            </a:r>
            <a:r>
              <a:rPr sz="1100" spc="2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1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operational</a:t>
            </a:r>
            <a:r>
              <a:rPr sz="1100" spc="1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continuity.</a:t>
            </a:r>
            <a:r>
              <a:rPr sz="1100" spc="1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One</a:t>
            </a:r>
            <a:r>
              <a:rPr sz="1100" spc="1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1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2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most</a:t>
            </a:r>
            <a:r>
              <a:rPr sz="1100" spc="1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common</a:t>
            </a:r>
            <a:r>
              <a:rPr sz="1100" spc="1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IT</a:t>
            </a:r>
            <a:r>
              <a:rPr sz="1100" spc="17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service </a:t>
            </a:r>
            <a:r>
              <a:rPr sz="1100" dirty="0">
                <a:latin typeface="Times New Roman"/>
                <a:cs typeface="Times New Roman"/>
              </a:rPr>
              <a:t>requests</a:t>
            </a:r>
            <a:r>
              <a:rPr sz="1100" spc="48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is</a:t>
            </a:r>
            <a:r>
              <a:rPr sz="1100" spc="48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4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provisioning</a:t>
            </a:r>
            <a:r>
              <a:rPr sz="1100" spc="4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4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laptops</a:t>
            </a:r>
            <a:r>
              <a:rPr sz="1100" spc="48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4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employees.</a:t>
            </a:r>
            <a:r>
              <a:rPr sz="1100" spc="4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Despite</a:t>
            </a:r>
            <a:r>
              <a:rPr sz="1100" spc="4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its</a:t>
            </a:r>
            <a:r>
              <a:rPr sz="1100" spc="48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frequency,</a:t>
            </a:r>
            <a:r>
              <a:rPr sz="1100" spc="480" dirty="0">
                <a:latin typeface="Times New Roman"/>
                <a:cs typeface="Times New Roman"/>
              </a:rPr>
              <a:t> </a:t>
            </a:r>
            <a:r>
              <a:rPr sz="1100" spc="-20" dirty="0">
                <a:latin typeface="Times New Roman"/>
                <a:cs typeface="Times New Roman"/>
              </a:rPr>
              <a:t>many </a:t>
            </a:r>
            <a:r>
              <a:rPr sz="1100" dirty="0">
                <a:latin typeface="Times New Roman"/>
                <a:cs typeface="Times New Roman"/>
              </a:rPr>
              <a:t>organizations</a:t>
            </a:r>
            <a:r>
              <a:rPr sz="1100" spc="1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still</a:t>
            </a:r>
            <a:r>
              <a:rPr sz="1100" spc="11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rely</a:t>
            </a:r>
            <a:r>
              <a:rPr sz="1100" spc="11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on</a:t>
            </a:r>
            <a:r>
              <a:rPr sz="1100" spc="13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manual,</a:t>
            </a:r>
            <a:r>
              <a:rPr sz="1100" b="1" spc="114" dirty="0">
                <a:latin typeface="Times New Roman"/>
                <a:cs typeface="Times New Roman"/>
              </a:rPr>
              <a:t> </a:t>
            </a:r>
            <a:r>
              <a:rPr sz="1100" b="1" spc="-10" dirty="0">
                <a:latin typeface="Times New Roman"/>
                <a:cs typeface="Times New Roman"/>
              </a:rPr>
              <a:t>paper-</a:t>
            </a:r>
            <a:r>
              <a:rPr sz="1100" b="1" dirty="0">
                <a:latin typeface="Times New Roman"/>
                <a:cs typeface="Times New Roman"/>
              </a:rPr>
              <a:t>based,</a:t>
            </a:r>
            <a:r>
              <a:rPr sz="1100" b="1" spc="114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or</a:t>
            </a:r>
            <a:r>
              <a:rPr sz="1100" b="1" spc="85" dirty="0">
                <a:latin typeface="Times New Roman"/>
                <a:cs typeface="Times New Roman"/>
              </a:rPr>
              <a:t> </a:t>
            </a:r>
            <a:r>
              <a:rPr sz="1100" b="1" spc="-10" dirty="0">
                <a:latin typeface="Times New Roman"/>
                <a:cs typeface="Times New Roman"/>
              </a:rPr>
              <a:t>email-</a:t>
            </a:r>
            <a:r>
              <a:rPr sz="1100" b="1" dirty="0">
                <a:latin typeface="Times New Roman"/>
                <a:cs typeface="Times New Roman"/>
              </a:rPr>
              <a:t>driven</a:t>
            </a:r>
            <a:r>
              <a:rPr sz="1100" b="1" spc="12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processes</a:t>
            </a:r>
            <a:r>
              <a:rPr sz="1100" b="1" spc="1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12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managing laptop</a:t>
            </a:r>
            <a:r>
              <a:rPr sz="1100" spc="-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requests.</a:t>
            </a:r>
            <a:r>
              <a:rPr sz="1100" spc="-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These</a:t>
            </a:r>
            <a:r>
              <a:rPr sz="1100" spc="-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outdated</a:t>
            </a:r>
            <a:r>
              <a:rPr sz="1100" spc="-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methods</a:t>
            </a:r>
            <a:r>
              <a:rPr sz="1100" spc="-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are</a:t>
            </a:r>
            <a:r>
              <a:rPr sz="1100" spc="-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not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only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time-</a:t>
            </a:r>
            <a:r>
              <a:rPr sz="1100" dirty="0">
                <a:latin typeface="Times New Roman"/>
                <a:cs typeface="Times New Roman"/>
              </a:rPr>
              <a:t>consuming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but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also</a:t>
            </a:r>
            <a:r>
              <a:rPr sz="1100" spc="-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prone</a:t>
            </a:r>
            <a:r>
              <a:rPr sz="1100" spc="-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errors, miscommunication,</a:t>
            </a:r>
            <a:r>
              <a:rPr sz="1100" spc="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inconsistent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data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collection.</a:t>
            </a:r>
            <a:endParaRPr sz="1100" dirty="0">
              <a:latin typeface="Times New Roman"/>
              <a:cs typeface="Times New Roman"/>
            </a:endParaRPr>
          </a:p>
          <a:p>
            <a:pPr marL="22225" marR="6985" indent="457200" algn="just">
              <a:lnSpc>
                <a:spcPct val="108200"/>
              </a:lnSpc>
              <a:spcBef>
                <a:spcPts val="1215"/>
              </a:spcBef>
            </a:pP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2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proposed</a:t>
            </a:r>
            <a:r>
              <a:rPr sz="1100" spc="3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solution</a:t>
            </a:r>
            <a:r>
              <a:rPr sz="1100" spc="30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seeks</a:t>
            </a:r>
            <a:r>
              <a:rPr sz="1100" spc="3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3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automate</a:t>
            </a:r>
            <a:r>
              <a:rPr sz="1100" spc="3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3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optimize</a:t>
            </a:r>
            <a:r>
              <a:rPr sz="1100" spc="2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this</a:t>
            </a:r>
            <a:r>
              <a:rPr sz="1100" spc="3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process</a:t>
            </a:r>
            <a:r>
              <a:rPr sz="1100" spc="3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through</a:t>
            </a:r>
            <a:r>
              <a:rPr sz="1100" spc="300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the </a:t>
            </a:r>
            <a:r>
              <a:rPr sz="1100" spc="-10" dirty="0">
                <a:latin typeface="Times New Roman"/>
                <a:cs typeface="Times New Roman"/>
              </a:rPr>
              <a:t>development</a:t>
            </a:r>
            <a:r>
              <a:rPr sz="1100" spc="-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-45" dirty="0">
                <a:latin typeface="Times New Roman"/>
                <a:cs typeface="Times New Roman"/>
              </a:rPr>
              <a:t> </a:t>
            </a:r>
            <a:r>
              <a:rPr sz="1100" b="1" spc="-10" dirty="0">
                <a:latin typeface="Times New Roman"/>
                <a:cs typeface="Times New Roman"/>
              </a:rPr>
              <a:t>Service</a:t>
            </a:r>
            <a:r>
              <a:rPr sz="1100" b="1" spc="-45" dirty="0">
                <a:latin typeface="Times New Roman"/>
                <a:cs typeface="Times New Roman"/>
              </a:rPr>
              <a:t> </a:t>
            </a:r>
            <a:r>
              <a:rPr sz="1100" b="1" spc="-10" dirty="0">
                <a:latin typeface="Times New Roman"/>
                <a:cs typeface="Times New Roman"/>
              </a:rPr>
              <a:t>Catalog</a:t>
            </a:r>
            <a:r>
              <a:rPr sz="1100" b="1" spc="-40" dirty="0">
                <a:latin typeface="Times New Roman"/>
                <a:cs typeface="Times New Roman"/>
              </a:rPr>
              <a:t> </a:t>
            </a:r>
            <a:r>
              <a:rPr sz="1100" b="1" spc="-10" dirty="0">
                <a:latin typeface="Times New Roman"/>
                <a:cs typeface="Times New Roman"/>
              </a:rPr>
              <a:t>item</a:t>
            </a:r>
            <a:r>
              <a:rPr sz="1100" b="1" spc="-3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within</a:t>
            </a:r>
            <a:r>
              <a:rPr sz="1100" spc="-4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the</a:t>
            </a:r>
            <a:r>
              <a:rPr sz="1100" spc="-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ITSM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spc="-20" dirty="0">
                <a:latin typeface="Times New Roman"/>
                <a:cs typeface="Times New Roman"/>
              </a:rPr>
              <a:t>platform.</a:t>
            </a:r>
            <a:r>
              <a:rPr sz="1100" spc="-5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This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catalog</a:t>
            </a:r>
            <a:r>
              <a:rPr sz="1100" spc="-40" dirty="0">
                <a:latin typeface="Times New Roman"/>
                <a:cs typeface="Times New Roman"/>
              </a:rPr>
              <a:t> </a:t>
            </a:r>
            <a:r>
              <a:rPr sz="1100" spc="-20" dirty="0">
                <a:latin typeface="Times New Roman"/>
                <a:cs typeface="Times New Roman"/>
              </a:rPr>
              <a:t>item</a:t>
            </a:r>
            <a:r>
              <a:rPr sz="1100" spc="-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will</a:t>
            </a:r>
            <a:r>
              <a:rPr sz="1100" spc="-4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allow </a:t>
            </a:r>
            <a:r>
              <a:rPr sz="1100" dirty="0">
                <a:latin typeface="Times New Roman"/>
                <a:cs typeface="Times New Roman"/>
              </a:rPr>
              <a:t>employees</a:t>
            </a:r>
            <a:r>
              <a:rPr sz="1100" spc="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request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laptops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through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intuitive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web-based</a:t>
            </a:r>
            <a:r>
              <a:rPr sz="1100" spc="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interface.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form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will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feature </a:t>
            </a:r>
            <a:r>
              <a:rPr sz="1100" b="1" dirty="0">
                <a:latin typeface="Times New Roman"/>
                <a:cs typeface="Times New Roman"/>
              </a:rPr>
              <a:t>dynamic</a:t>
            </a:r>
            <a:r>
              <a:rPr sz="1100" b="1" spc="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behavior</a:t>
            </a:r>
            <a:r>
              <a:rPr sz="1100" dirty="0">
                <a:latin typeface="Times New Roman"/>
                <a:cs typeface="Times New Roman"/>
              </a:rPr>
              <a:t>,</a:t>
            </a:r>
            <a:r>
              <a:rPr sz="1100" spc="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adapting</a:t>
            </a:r>
            <a:r>
              <a:rPr sz="1100" spc="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visible</a:t>
            </a:r>
            <a:r>
              <a:rPr sz="1100" spc="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fields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instructions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based</a:t>
            </a:r>
            <a:r>
              <a:rPr sz="1100" spc="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on</a:t>
            </a:r>
            <a:r>
              <a:rPr sz="1100" spc="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user</a:t>
            </a:r>
            <a:r>
              <a:rPr sz="1100" spc="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roles,</a:t>
            </a:r>
            <a:r>
              <a:rPr sz="1100" spc="1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departments, </a:t>
            </a:r>
            <a:r>
              <a:rPr sz="1100" dirty="0">
                <a:latin typeface="Times New Roman"/>
                <a:cs typeface="Times New Roman"/>
              </a:rPr>
              <a:t>or</a:t>
            </a:r>
            <a:r>
              <a:rPr sz="1100" spc="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selected</a:t>
            </a:r>
            <a:r>
              <a:rPr sz="1100" spc="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options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(e.g.,</a:t>
            </a:r>
            <a:r>
              <a:rPr sz="1100" spc="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laptop</a:t>
            </a:r>
            <a:r>
              <a:rPr sz="1100" spc="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type,</a:t>
            </a:r>
            <a:r>
              <a:rPr sz="1100" spc="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usage</a:t>
            </a:r>
            <a:r>
              <a:rPr sz="1100" spc="1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requirements). </a:t>
            </a:r>
            <a:r>
              <a:rPr sz="1100" dirty="0">
                <a:latin typeface="Times New Roman"/>
                <a:cs typeface="Times New Roman"/>
              </a:rPr>
              <a:t>This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ensures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that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users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provide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all </a:t>
            </a:r>
            <a:r>
              <a:rPr sz="1100" dirty="0">
                <a:latin typeface="Times New Roman"/>
                <a:cs typeface="Times New Roman"/>
              </a:rPr>
              <a:t>necessary</a:t>
            </a:r>
            <a:r>
              <a:rPr sz="1100" spc="235" dirty="0">
                <a:latin typeface="Times New Roman"/>
                <a:cs typeface="Times New Roman"/>
              </a:rPr>
              <a:t> 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235" dirty="0">
                <a:latin typeface="Times New Roman"/>
                <a:cs typeface="Times New Roman"/>
              </a:rPr>
              <a:t>  </a:t>
            </a:r>
            <a:r>
              <a:rPr sz="1100" dirty="0">
                <a:latin typeface="Times New Roman"/>
                <a:cs typeface="Times New Roman"/>
              </a:rPr>
              <a:t>relevant</a:t>
            </a:r>
            <a:r>
              <a:rPr sz="1100" spc="235" dirty="0">
                <a:latin typeface="Times New Roman"/>
                <a:cs typeface="Times New Roman"/>
              </a:rPr>
              <a:t>  </a:t>
            </a:r>
            <a:r>
              <a:rPr sz="1100" dirty="0">
                <a:latin typeface="Times New Roman"/>
                <a:cs typeface="Times New Roman"/>
              </a:rPr>
              <a:t>information</a:t>
            </a:r>
            <a:r>
              <a:rPr sz="1100" spc="235" dirty="0">
                <a:latin typeface="Times New Roman"/>
                <a:cs typeface="Times New Roman"/>
              </a:rPr>
              <a:t>  </a:t>
            </a:r>
            <a:r>
              <a:rPr sz="1100" dirty="0">
                <a:latin typeface="Times New Roman"/>
                <a:cs typeface="Times New Roman"/>
              </a:rPr>
              <a:t>before</a:t>
            </a:r>
            <a:r>
              <a:rPr sz="1100" spc="235" dirty="0">
                <a:latin typeface="Times New Roman"/>
                <a:cs typeface="Times New Roman"/>
              </a:rPr>
              <a:t>  </a:t>
            </a:r>
            <a:r>
              <a:rPr sz="1100" dirty="0">
                <a:latin typeface="Times New Roman"/>
                <a:cs typeface="Times New Roman"/>
              </a:rPr>
              <a:t>submission,</a:t>
            </a:r>
            <a:r>
              <a:rPr sz="1100" spc="235" dirty="0">
                <a:latin typeface="Times New Roman"/>
                <a:cs typeface="Times New Roman"/>
              </a:rPr>
              <a:t>  </a:t>
            </a:r>
            <a:r>
              <a:rPr sz="1100" dirty="0">
                <a:latin typeface="Times New Roman"/>
                <a:cs typeface="Times New Roman"/>
              </a:rPr>
              <a:t>minimizing</a:t>
            </a:r>
            <a:r>
              <a:rPr sz="1100" spc="240" dirty="0">
                <a:latin typeface="Times New Roman"/>
                <a:cs typeface="Times New Roman"/>
              </a:rPr>
              <a:t>  </a:t>
            </a:r>
            <a:r>
              <a:rPr sz="1100" spc="-10" dirty="0">
                <a:latin typeface="Times New Roman"/>
                <a:cs typeface="Times New Roman"/>
              </a:rPr>
              <a:t>back-and-forth communication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with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IT</a:t>
            </a:r>
            <a:r>
              <a:rPr sz="1100" spc="-40" dirty="0">
                <a:latin typeface="Times New Roman"/>
                <a:cs typeface="Times New Roman"/>
              </a:rPr>
              <a:t> </a:t>
            </a:r>
            <a:r>
              <a:rPr sz="1100" spc="-20" dirty="0">
                <a:latin typeface="Times New Roman"/>
                <a:cs typeface="Times New Roman"/>
              </a:rPr>
              <a:t>team.</a:t>
            </a:r>
            <a:endParaRPr sz="1100" dirty="0">
              <a:latin typeface="Times New Roman"/>
              <a:cs typeface="Times New Roman"/>
            </a:endParaRPr>
          </a:p>
          <a:p>
            <a:pPr marL="22225" marR="6985" indent="457200" algn="just">
              <a:lnSpc>
                <a:spcPct val="108200"/>
              </a:lnSpc>
              <a:spcBef>
                <a:spcPts val="1220"/>
              </a:spcBef>
            </a:pPr>
            <a:r>
              <a:rPr sz="1100" spc="-20" dirty="0">
                <a:latin typeface="Times New Roman"/>
                <a:cs typeface="Times New Roman"/>
              </a:rPr>
              <a:t>To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further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enhance</a:t>
            </a:r>
            <a:r>
              <a:rPr sz="1100" spc="-10" dirty="0">
                <a:latin typeface="Times New Roman"/>
                <a:cs typeface="Times New Roman"/>
              </a:rPr>
              <a:t> usability,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catalog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item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will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include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functionalities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such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as</a:t>
            </a:r>
            <a:r>
              <a:rPr sz="1100" spc="15" dirty="0">
                <a:latin typeface="Times New Roman"/>
                <a:cs typeface="Times New Roman"/>
              </a:rPr>
              <a:t> </a:t>
            </a:r>
            <a:r>
              <a:rPr sz="1100" b="1" spc="-20" dirty="0">
                <a:latin typeface="Times New Roman"/>
                <a:cs typeface="Times New Roman"/>
              </a:rPr>
              <a:t>form </a:t>
            </a:r>
            <a:r>
              <a:rPr sz="1100" b="1" dirty="0">
                <a:latin typeface="Times New Roman"/>
                <a:cs typeface="Times New Roman"/>
              </a:rPr>
              <a:t>reset</a:t>
            </a:r>
            <a:r>
              <a:rPr sz="1100" dirty="0">
                <a:latin typeface="Times New Roman"/>
                <a:cs typeface="Times New Roman"/>
              </a:rPr>
              <a:t>,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allowing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users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clear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inputs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restart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process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if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needed.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Moreover,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maintain governance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-4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compliance,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every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configuration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change</a:t>
            </a:r>
            <a:r>
              <a:rPr sz="1100" spc="-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-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form</a:t>
            </a:r>
            <a:r>
              <a:rPr sz="1100" spc="-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update</a:t>
            </a:r>
            <a:r>
              <a:rPr sz="1100" spc="-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will</a:t>
            </a:r>
            <a:r>
              <a:rPr sz="1100" spc="-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be</a:t>
            </a:r>
            <a:r>
              <a:rPr sz="1100" spc="1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tracked</a:t>
            </a:r>
            <a:r>
              <a:rPr sz="1100" b="1" spc="-30" dirty="0">
                <a:latin typeface="Times New Roman"/>
                <a:cs typeface="Times New Roman"/>
              </a:rPr>
              <a:t> </a:t>
            </a:r>
            <a:r>
              <a:rPr sz="1100" b="1" spc="-25" dirty="0">
                <a:latin typeface="Times New Roman"/>
                <a:cs typeface="Times New Roman"/>
              </a:rPr>
              <a:t>and </a:t>
            </a:r>
            <a:r>
              <a:rPr sz="1100" b="1" dirty="0">
                <a:latin typeface="Times New Roman"/>
                <a:cs typeface="Times New Roman"/>
              </a:rPr>
              <a:t>logged</a:t>
            </a:r>
            <a:r>
              <a:rPr sz="1100" dirty="0">
                <a:latin typeface="Times New Roman"/>
                <a:cs typeface="Times New Roman"/>
              </a:rPr>
              <a:t>,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ensuring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full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visibility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administrators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 </a:t>
            </a:r>
            <a:r>
              <a:rPr sz="1100" spc="-10" dirty="0">
                <a:latin typeface="Times New Roman"/>
                <a:cs typeface="Times New Roman"/>
              </a:rPr>
              <a:t>simplifying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deployment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management.</a:t>
            </a:r>
            <a:endParaRPr sz="1100" dirty="0">
              <a:latin typeface="Times New Roman"/>
              <a:cs typeface="Times New Roman"/>
            </a:endParaRPr>
          </a:p>
          <a:p>
            <a:pPr marL="22225" marR="10160" indent="457200" algn="just">
              <a:lnSpc>
                <a:spcPct val="108200"/>
              </a:lnSpc>
              <a:spcBef>
                <a:spcPts val="1220"/>
              </a:spcBef>
            </a:pP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implementation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this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dynamic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Service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Catalog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item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will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significantly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improve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b="1" spc="-10" dirty="0">
                <a:latin typeface="Times New Roman"/>
                <a:cs typeface="Times New Roman"/>
              </a:rPr>
              <a:t>efficiency,</a:t>
            </a:r>
            <a:r>
              <a:rPr sz="1100" b="1" spc="-15" dirty="0">
                <a:latin typeface="Times New Roman"/>
                <a:cs typeface="Times New Roman"/>
              </a:rPr>
              <a:t> </a:t>
            </a:r>
            <a:r>
              <a:rPr sz="1100" b="1" spc="-10" dirty="0">
                <a:latin typeface="Times New Roman"/>
                <a:cs typeface="Times New Roman"/>
              </a:rPr>
              <a:t>accuracy, </a:t>
            </a:r>
            <a:r>
              <a:rPr sz="1100" b="1" dirty="0">
                <a:latin typeface="Times New Roman"/>
                <a:cs typeface="Times New Roman"/>
              </a:rPr>
              <a:t>and user</a:t>
            </a:r>
            <a:r>
              <a:rPr sz="1100" b="1" spc="-3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experience</a:t>
            </a:r>
            <a:r>
              <a:rPr sz="1100" b="1" spc="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laptop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request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process.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It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will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also</a:t>
            </a:r>
            <a:r>
              <a:rPr sz="1100" spc="-10" dirty="0">
                <a:latin typeface="Times New Roman"/>
                <a:cs typeface="Times New Roman"/>
              </a:rPr>
              <a:t> align </a:t>
            </a:r>
            <a:r>
              <a:rPr sz="1100" dirty="0">
                <a:latin typeface="Times New Roman"/>
                <a:cs typeface="Times New Roman"/>
              </a:rPr>
              <a:t>with</a:t>
            </a:r>
            <a:r>
              <a:rPr sz="1100" spc="1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organizational</a:t>
            </a:r>
            <a:r>
              <a:rPr sz="1100" spc="1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goals</a:t>
            </a:r>
            <a:r>
              <a:rPr sz="1100" spc="1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1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digital</a:t>
            </a:r>
            <a:r>
              <a:rPr sz="1100" spc="1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transformation,</a:t>
            </a:r>
            <a:r>
              <a:rPr sz="1100" spc="1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automation,</a:t>
            </a:r>
            <a:r>
              <a:rPr sz="1100" spc="1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1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IT</a:t>
            </a:r>
            <a:r>
              <a:rPr sz="1100" spc="11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service</a:t>
            </a:r>
            <a:r>
              <a:rPr sz="1100" spc="14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excellence, ultimately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leading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faster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service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delivery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better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resource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utilization.</a:t>
            </a:r>
            <a:endParaRPr sz="11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35"/>
              </a:spcBef>
            </a:pPr>
            <a:r>
              <a:rPr sz="1100" b="1" spc="-10" dirty="0">
                <a:latin typeface="Times New Roman"/>
                <a:cs typeface="Times New Roman"/>
              </a:rPr>
              <a:t>Objectives</a:t>
            </a:r>
            <a:endParaRPr sz="1100" dirty="0">
              <a:latin typeface="Times New Roman"/>
              <a:cs typeface="Times New Roman"/>
            </a:endParaRPr>
          </a:p>
          <a:p>
            <a:pPr marL="22225" marR="6350" indent="457200" algn="just">
              <a:lnSpc>
                <a:spcPct val="109400"/>
              </a:lnSpc>
              <a:spcBef>
                <a:spcPts val="1225"/>
              </a:spcBef>
            </a:pP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1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primary</a:t>
            </a:r>
            <a:r>
              <a:rPr sz="1100" spc="1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goal</a:t>
            </a:r>
            <a:r>
              <a:rPr sz="1100" spc="11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1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this</a:t>
            </a:r>
            <a:r>
              <a:rPr sz="1100" spc="1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project</a:t>
            </a:r>
            <a:r>
              <a:rPr sz="1100" spc="1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is</a:t>
            </a:r>
            <a:r>
              <a:rPr sz="1100" spc="1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14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design,</a:t>
            </a:r>
            <a:r>
              <a:rPr sz="1100" b="1" spc="114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develop,</a:t>
            </a:r>
            <a:r>
              <a:rPr sz="1100" b="1" spc="12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and</a:t>
            </a:r>
            <a:r>
              <a:rPr sz="1100" b="1" spc="13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implement</a:t>
            </a:r>
            <a:r>
              <a:rPr sz="1100" b="1" spc="12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a</a:t>
            </a:r>
            <a:r>
              <a:rPr sz="1100" b="1" spc="120" dirty="0">
                <a:latin typeface="Times New Roman"/>
                <a:cs typeface="Times New Roman"/>
              </a:rPr>
              <a:t> </a:t>
            </a:r>
            <a:r>
              <a:rPr sz="1100" b="1" spc="-10" dirty="0">
                <a:latin typeface="Times New Roman"/>
                <a:cs typeface="Times New Roman"/>
              </a:rPr>
              <a:t>dynamic Service</a:t>
            </a:r>
            <a:r>
              <a:rPr sz="1100" b="1" spc="-5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Catalog</a:t>
            </a:r>
            <a:r>
              <a:rPr sz="1100" b="1" spc="-20" dirty="0">
                <a:latin typeface="Times New Roman"/>
                <a:cs typeface="Times New Roman"/>
              </a:rPr>
              <a:t> </a:t>
            </a:r>
            <a:r>
              <a:rPr sz="1100" b="1" spc="-10" dirty="0">
                <a:latin typeface="Times New Roman"/>
                <a:cs typeface="Times New Roman"/>
              </a:rPr>
              <a:t>item</a:t>
            </a:r>
            <a:r>
              <a:rPr sz="1100" b="1" spc="-3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that</a:t>
            </a:r>
            <a:r>
              <a:rPr sz="1100" spc="-5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streamlines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-5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laptop</a:t>
            </a:r>
            <a:r>
              <a:rPr sz="1100" spc="-4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request</a:t>
            </a:r>
            <a:r>
              <a:rPr sz="1100" spc="-5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process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-4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employees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while</a:t>
            </a:r>
            <a:r>
              <a:rPr sz="1100" spc="-5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ensuring </a:t>
            </a:r>
            <a:r>
              <a:rPr sz="1100" dirty="0">
                <a:latin typeface="Times New Roman"/>
                <a:cs typeface="Times New Roman"/>
              </a:rPr>
              <a:t>data</a:t>
            </a:r>
            <a:r>
              <a:rPr sz="1100" spc="-4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accuracy,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governance,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efficient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deployment.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-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specific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objectives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are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as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follows:</a:t>
            </a:r>
            <a:endParaRPr sz="11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35"/>
              </a:spcBef>
            </a:pPr>
            <a:endParaRPr sz="1100" dirty="0">
              <a:latin typeface="Times New Roman"/>
              <a:cs typeface="Times New Roman"/>
            </a:endParaRPr>
          </a:p>
          <a:p>
            <a:pPr marL="479425" indent="-228600">
              <a:lnSpc>
                <a:spcPct val="100000"/>
              </a:lnSpc>
              <a:buFont typeface="Times New Roman"/>
              <a:buAutoNum type="arabicPeriod"/>
              <a:tabLst>
                <a:tab pos="479425" algn="l"/>
                <a:tab pos="1394460" algn="l"/>
                <a:tab pos="1851660" algn="l"/>
                <a:tab pos="2766695" algn="l"/>
                <a:tab pos="3681095" algn="l"/>
              </a:tabLst>
            </a:pPr>
            <a:r>
              <a:rPr sz="1100" b="1" spc="-10" dirty="0">
                <a:latin typeface="Times New Roman"/>
                <a:cs typeface="Times New Roman"/>
              </a:rPr>
              <a:t>Automation</a:t>
            </a:r>
            <a:r>
              <a:rPr sz="1100" b="1" dirty="0">
                <a:latin typeface="Times New Roman"/>
                <a:cs typeface="Times New Roman"/>
              </a:rPr>
              <a:t>	</a:t>
            </a:r>
            <a:r>
              <a:rPr sz="1100" b="1" spc="-25" dirty="0">
                <a:latin typeface="Times New Roman"/>
                <a:cs typeface="Times New Roman"/>
              </a:rPr>
              <a:t>of</a:t>
            </a:r>
            <a:r>
              <a:rPr sz="1100" b="1" dirty="0">
                <a:latin typeface="Times New Roman"/>
                <a:cs typeface="Times New Roman"/>
              </a:rPr>
              <a:t>	</a:t>
            </a:r>
            <a:r>
              <a:rPr sz="1100" b="1" spc="-10" dirty="0">
                <a:latin typeface="Times New Roman"/>
                <a:cs typeface="Times New Roman"/>
              </a:rPr>
              <a:t>Laptop</a:t>
            </a:r>
            <a:r>
              <a:rPr sz="1100" b="1" dirty="0">
                <a:latin typeface="Times New Roman"/>
                <a:cs typeface="Times New Roman"/>
              </a:rPr>
              <a:t>	</a:t>
            </a:r>
            <a:r>
              <a:rPr sz="1100" b="1" spc="-10" dirty="0">
                <a:latin typeface="Times New Roman"/>
                <a:cs typeface="Times New Roman"/>
              </a:rPr>
              <a:t>Request</a:t>
            </a:r>
            <a:r>
              <a:rPr sz="1100" b="1" dirty="0">
                <a:latin typeface="Times New Roman"/>
                <a:cs typeface="Times New Roman"/>
              </a:rPr>
              <a:t>	</a:t>
            </a:r>
            <a:r>
              <a:rPr sz="1100" b="1" spc="-10" dirty="0">
                <a:latin typeface="Times New Roman"/>
                <a:cs typeface="Times New Roman"/>
              </a:rPr>
              <a:t>Process</a:t>
            </a:r>
            <a:endParaRPr sz="1100" dirty="0">
              <a:latin typeface="Times New Roman"/>
              <a:cs typeface="Times New Roman"/>
            </a:endParaRPr>
          </a:p>
          <a:p>
            <a:pPr marL="485775" marR="9525" indent="31750">
              <a:lnSpc>
                <a:spcPts val="1600"/>
              </a:lnSpc>
              <a:spcBef>
                <a:spcPts val="55"/>
              </a:spcBef>
            </a:pPr>
            <a:r>
              <a:rPr sz="1100" dirty="0">
                <a:latin typeface="Times New Roman"/>
                <a:cs typeface="Times New Roman"/>
              </a:rPr>
              <a:t>Replace</a:t>
            </a:r>
            <a:r>
              <a:rPr sz="1100" spc="1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20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existing</a:t>
            </a:r>
            <a:r>
              <a:rPr sz="1100" spc="2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manual</a:t>
            </a:r>
            <a:r>
              <a:rPr sz="1100" spc="1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18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email-</a:t>
            </a:r>
            <a:r>
              <a:rPr sz="1100" dirty="0">
                <a:latin typeface="Times New Roman"/>
                <a:cs typeface="Times New Roman"/>
              </a:rPr>
              <a:t>driven</a:t>
            </a:r>
            <a:r>
              <a:rPr sz="1100" spc="1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process</a:t>
            </a:r>
            <a:r>
              <a:rPr sz="1100" spc="1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with</a:t>
            </a:r>
            <a:r>
              <a:rPr sz="1100" spc="1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</a:t>
            </a:r>
            <a:r>
              <a:rPr sz="1100" spc="1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automated</a:t>
            </a:r>
            <a:r>
              <a:rPr sz="1100" spc="19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Service </a:t>
            </a:r>
            <a:r>
              <a:rPr sz="1100" dirty="0">
                <a:latin typeface="Times New Roman"/>
                <a:cs typeface="Times New Roman"/>
              </a:rPr>
              <a:t>Catalog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item</a:t>
            </a:r>
            <a:r>
              <a:rPr sz="1100" spc="-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that</a:t>
            </a:r>
            <a:r>
              <a:rPr sz="1100" spc="-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allows</a:t>
            </a:r>
            <a:r>
              <a:rPr sz="1100" spc="-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employees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-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easily</a:t>
            </a:r>
            <a:r>
              <a:rPr sz="1100" spc="-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request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laptops</a:t>
            </a:r>
            <a:r>
              <a:rPr sz="1100" spc="-4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online.</a:t>
            </a:r>
            <a:endParaRPr sz="1100" dirty="0">
              <a:latin typeface="Times New Roman"/>
              <a:cs typeface="Times New Roman"/>
            </a:endParaRPr>
          </a:p>
          <a:p>
            <a:pPr marL="479425" indent="-228600">
              <a:lnSpc>
                <a:spcPct val="100000"/>
              </a:lnSpc>
              <a:spcBef>
                <a:spcPts val="330"/>
              </a:spcBef>
              <a:buFont typeface="Times New Roman"/>
              <a:buAutoNum type="arabicPeriod" startAt="2"/>
              <a:tabLst>
                <a:tab pos="479425" algn="l"/>
                <a:tab pos="1394460" algn="l"/>
              </a:tabLst>
            </a:pPr>
            <a:r>
              <a:rPr sz="1100" b="1" spc="-10" dirty="0">
                <a:latin typeface="Times New Roman"/>
                <a:cs typeface="Times New Roman"/>
              </a:rPr>
              <a:t>Dynamic</a:t>
            </a:r>
            <a:r>
              <a:rPr sz="1100" b="1" dirty="0">
                <a:latin typeface="Times New Roman"/>
                <a:cs typeface="Times New Roman"/>
              </a:rPr>
              <a:t>	Form</a:t>
            </a:r>
            <a:r>
              <a:rPr sz="1100" b="1" spc="400" dirty="0">
                <a:latin typeface="Times New Roman"/>
                <a:cs typeface="Times New Roman"/>
              </a:rPr>
              <a:t> </a:t>
            </a:r>
            <a:r>
              <a:rPr sz="1100" b="1" spc="-10" dirty="0">
                <a:latin typeface="Times New Roman"/>
                <a:cs typeface="Times New Roman"/>
              </a:rPr>
              <a:t>Behavior</a:t>
            </a:r>
            <a:endParaRPr sz="1100" dirty="0">
              <a:latin typeface="Times New Roman"/>
              <a:cs typeface="Times New Roman"/>
            </a:endParaRPr>
          </a:p>
          <a:p>
            <a:pPr marL="485775" marR="12700" indent="31750">
              <a:lnSpc>
                <a:spcPct val="109500"/>
              </a:lnSpc>
              <a:spcBef>
                <a:spcPts val="20"/>
              </a:spcBef>
            </a:pPr>
            <a:r>
              <a:rPr sz="1100" dirty="0">
                <a:latin typeface="Times New Roman"/>
                <a:cs typeface="Times New Roman"/>
              </a:rPr>
              <a:t>Implement</a:t>
            </a:r>
            <a:r>
              <a:rPr sz="1100" spc="1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intelligent</a:t>
            </a:r>
            <a:r>
              <a:rPr sz="1100" spc="1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form</a:t>
            </a:r>
            <a:r>
              <a:rPr sz="1100" spc="1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functionality</a:t>
            </a:r>
            <a:r>
              <a:rPr sz="1100" spc="1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where</a:t>
            </a:r>
            <a:r>
              <a:rPr sz="1100" spc="1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fields</a:t>
            </a:r>
            <a:r>
              <a:rPr sz="1100" spc="1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dynamically</a:t>
            </a:r>
            <a:r>
              <a:rPr sz="1100" spc="11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appear,</a:t>
            </a:r>
            <a:r>
              <a:rPr sz="1100" spc="1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hide,</a:t>
            </a:r>
            <a:r>
              <a:rPr sz="1100" spc="140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or </a:t>
            </a:r>
            <a:r>
              <a:rPr sz="1100" dirty="0">
                <a:latin typeface="Times New Roman"/>
                <a:cs typeface="Times New Roman"/>
              </a:rPr>
              <a:t>change</a:t>
            </a:r>
            <a:r>
              <a:rPr sz="1100" spc="-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based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on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user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selections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(e.g.,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laptop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type,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job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role,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department,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or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location).</a:t>
            </a:r>
            <a:endParaRPr sz="1100" dirty="0">
              <a:latin typeface="Times New Roman"/>
              <a:cs typeface="Times New Roman"/>
            </a:endParaRPr>
          </a:p>
          <a:p>
            <a:pPr marL="479425" indent="-228600">
              <a:lnSpc>
                <a:spcPct val="100000"/>
              </a:lnSpc>
              <a:spcBef>
                <a:spcPts val="439"/>
              </a:spcBef>
              <a:buFont typeface="Times New Roman"/>
              <a:buAutoNum type="arabicPeriod" startAt="3"/>
              <a:tabLst>
                <a:tab pos="479425" algn="l"/>
                <a:tab pos="1394460" algn="l"/>
                <a:tab pos="1851660" algn="l"/>
              </a:tabLst>
            </a:pPr>
            <a:r>
              <a:rPr sz="1100" b="1" spc="-10" dirty="0">
                <a:latin typeface="Times New Roman"/>
                <a:cs typeface="Times New Roman"/>
              </a:rPr>
              <a:t>Enhanced</a:t>
            </a:r>
            <a:r>
              <a:rPr sz="1100" b="1" dirty="0">
                <a:latin typeface="Times New Roman"/>
                <a:cs typeface="Times New Roman"/>
              </a:rPr>
              <a:t>	</a:t>
            </a:r>
            <a:r>
              <a:rPr sz="1100" b="1" spc="-20" dirty="0">
                <a:latin typeface="Times New Roman"/>
                <a:cs typeface="Times New Roman"/>
              </a:rPr>
              <a:t>User</a:t>
            </a:r>
            <a:r>
              <a:rPr sz="1100" b="1" dirty="0">
                <a:latin typeface="Times New Roman"/>
                <a:cs typeface="Times New Roman"/>
              </a:rPr>
              <a:t>	</a:t>
            </a:r>
            <a:r>
              <a:rPr sz="1100" b="1" spc="-10" dirty="0">
                <a:latin typeface="Times New Roman"/>
                <a:cs typeface="Times New Roman"/>
              </a:rPr>
              <a:t>Experience</a:t>
            </a:r>
            <a:endParaRPr sz="1100" dirty="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53975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-50" dirty="0"/>
              <a:pPr marL="53975">
                <a:lnSpc>
                  <a:spcPct val="100000"/>
                </a:lnSpc>
                <a:spcBef>
                  <a:spcPts val="25"/>
                </a:spcBef>
              </a:pPr>
              <a:t>8</a:t>
            </a:fld>
            <a:endParaRPr spc="-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4800" y="304799"/>
            <a:ext cx="6956425" cy="9525"/>
          </a:xfrm>
          <a:custGeom>
            <a:avLst/>
            <a:gdLst/>
            <a:ahLst/>
            <a:cxnLst/>
            <a:rect l="l" t="t" r="r" b="b"/>
            <a:pathLst>
              <a:path w="6956425" h="9525">
                <a:moveTo>
                  <a:pt x="6956044" y="0"/>
                </a:moveTo>
                <a:lnTo>
                  <a:pt x="6946900" y="0"/>
                </a:lnTo>
                <a:lnTo>
                  <a:pt x="9144" y="0"/>
                </a:lnTo>
                <a:lnTo>
                  <a:pt x="6350" y="0"/>
                </a:lnTo>
                <a:lnTo>
                  <a:pt x="0" y="0"/>
                </a:lnTo>
                <a:lnTo>
                  <a:pt x="0" y="9144"/>
                </a:lnTo>
                <a:lnTo>
                  <a:pt x="6350" y="9144"/>
                </a:lnTo>
                <a:lnTo>
                  <a:pt x="9144" y="9144"/>
                </a:lnTo>
                <a:lnTo>
                  <a:pt x="6946900" y="9144"/>
                </a:lnTo>
                <a:lnTo>
                  <a:pt x="6956044" y="9144"/>
                </a:lnTo>
                <a:lnTo>
                  <a:pt x="695604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04800" y="311149"/>
            <a:ext cx="6956425" cy="10083800"/>
          </a:xfrm>
          <a:custGeom>
            <a:avLst/>
            <a:gdLst/>
            <a:ahLst/>
            <a:cxnLst/>
            <a:rect l="l" t="t" r="r" b="b"/>
            <a:pathLst>
              <a:path w="6956425" h="10083800">
                <a:moveTo>
                  <a:pt x="6956044" y="0"/>
                </a:moveTo>
                <a:lnTo>
                  <a:pt x="6946900" y="0"/>
                </a:lnTo>
                <a:lnTo>
                  <a:pt x="6946900" y="10074275"/>
                </a:lnTo>
                <a:lnTo>
                  <a:pt x="9144" y="10074275"/>
                </a:lnTo>
                <a:lnTo>
                  <a:pt x="9144" y="0"/>
                </a:lnTo>
                <a:lnTo>
                  <a:pt x="0" y="0"/>
                </a:lnTo>
                <a:lnTo>
                  <a:pt x="0" y="10074275"/>
                </a:lnTo>
                <a:lnTo>
                  <a:pt x="0" y="10083419"/>
                </a:lnTo>
                <a:lnTo>
                  <a:pt x="6350" y="10083419"/>
                </a:lnTo>
                <a:lnTo>
                  <a:pt x="9144" y="10083419"/>
                </a:lnTo>
                <a:lnTo>
                  <a:pt x="6946900" y="10083419"/>
                </a:lnTo>
                <a:lnTo>
                  <a:pt x="6956044" y="10083419"/>
                </a:lnTo>
                <a:lnTo>
                  <a:pt x="6956044" y="10074275"/>
                </a:lnTo>
                <a:lnTo>
                  <a:pt x="695604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892492" y="878586"/>
            <a:ext cx="5769610" cy="8199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85775" marR="12065" indent="31750" algn="just">
              <a:lnSpc>
                <a:spcPct val="107600"/>
              </a:lnSpc>
              <a:spcBef>
                <a:spcPts val="100"/>
              </a:spcBef>
            </a:pPr>
            <a:r>
              <a:rPr sz="1100" dirty="0">
                <a:latin typeface="Times New Roman"/>
                <a:cs typeface="Times New Roman"/>
              </a:rPr>
              <a:t>Provide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clear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field-</a:t>
            </a:r>
            <a:r>
              <a:rPr sz="1100" dirty="0">
                <a:latin typeface="Times New Roman"/>
                <a:cs typeface="Times New Roman"/>
              </a:rPr>
              <a:t>level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instructions,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validation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messages,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tooltips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guide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users </a:t>
            </a:r>
            <a:r>
              <a:rPr sz="1100" dirty="0">
                <a:latin typeface="Times New Roman"/>
                <a:cs typeface="Times New Roman"/>
              </a:rPr>
              <a:t>through</a:t>
            </a:r>
            <a:r>
              <a:rPr sz="1100" spc="-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-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form,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reducing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confusion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submission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errors.</a:t>
            </a:r>
            <a:endParaRPr sz="1100" dirty="0">
              <a:latin typeface="Times New Roman"/>
              <a:cs typeface="Times New Roman"/>
            </a:endParaRPr>
          </a:p>
          <a:p>
            <a:pPr marL="479425" indent="-228600" algn="just">
              <a:lnSpc>
                <a:spcPct val="100000"/>
              </a:lnSpc>
              <a:spcBef>
                <a:spcPts val="185"/>
              </a:spcBef>
              <a:buFont typeface="Times New Roman"/>
              <a:buAutoNum type="arabicPeriod" startAt="4"/>
              <a:tabLst>
                <a:tab pos="479425" algn="l"/>
              </a:tabLst>
            </a:pPr>
            <a:r>
              <a:rPr sz="1100" b="1" dirty="0">
                <a:latin typeface="Times New Roman"/>
                <a:cs typeface="Times New Roman"/>
              </a:rPr>
              <a:t>Form</a:t>
            </a:r>
            <a:r>
              <a:rPr sz="1100" b="1" spc="41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Reset</a:t>
            </a:r>
            <a:r>
              <a:rPr sz="1100" b="1" spc="47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and</a:t>
            </a:r>
            <a:r>
              <a:rPr sz="1100" b="1" spc="490" dirty="0">
                <a:latin typeface="Times New Roman"/>
                <a:cs typeface="Times New Roman"/>
              </a:rPr>
              <a:t>  </a:t>
            </a:r>
            <a:r>
              <a:rPr sz="1100" b="1" dirty="0">
                <a:latin typeface="Times New Roman"/>
                <a:cs typeface="Times New Roman"/>
              </a:rPr>
              <a:t>Modification</a:t>
            </a:r>
            <a:r>
              <a:rPr sz="1100" b="1" spc="310" dirty="0">
                <a:latin typeface="Times New Roman"/>
                <a:cs typeface="Times New Roman"/>
              </a:rPr>
              <a:t> </a:t>
            </a:r>
            <a:r>
              <a:rPr sz="1100" b="1" spc="-10" dirty="0">
                <a:latin typeface="Times New Roman"/>
                <a:cs typeface="Times New Roman"/>
              </a:rPr>
              <a:t>Functionality</a:t>
            </a:r>
            <a:endParaRPr sz="1100" dirty="0">
              <a:latin typeface="Times New Roman"/>
              <a:cs typeface="Times New Roman"/>
            </a:endParaRPr>
          </a:p>
          <a:p>
            <a:pPr marL="485775" marR="9525" indent="31750" algn="just">
              <a:lnSpc>
                <a:spcPct val="107600"/>
              </a:lnSpc>
              <a:spcBef>
                <a:spcPts val="75"/>
              </a:spcBef>
            </a:pPr>
            <a:r>
              <a:rPr sz="1100" spc="-10" dirty="0">
                <a:latin typeface="Times New Roman"/>
                <a:cs typeface="Times New Roman"/>
              </a:rPr>
              <a:t>Enable</a:t>
            </a:r>
            <a:r>
              <a:rPr sz="1100" spc="-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users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-4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reset</a:t>
            </a:r>
            <a:r>
              <a:rPr sz="1100" spc="-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or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modify</a:t>
            </a:r>
            <a:r>
              <a:rPr sz="1100" spc="-4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form</a:t>
            </a:r>
            <a:r>
              <a:rPr sz="1100" spc="-4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entries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before</a:t>
            </a:r>
            <a:r>
              <a:rPr sz="1100" spc="-5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submission,</a:t>
            </a:r>
            <a:r>
              <a:rPr sz="1100" spc="-4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ensuring</a:t>
            </a:r>
            <a:r>
              <a:rPr sz="1100" spc="-4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flexibility</a:t>
            </a:r>
            <a:r>
              <a:rPr sz="1100" spc="-40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and </a:t>
            </a:r>
            <a:r>
              <a:rPr sz="1100" spc="-10" dirty="0">
                <a:latin typeface="Times New Roman"/>
                <a:cs typeface="Times New Roman"/>
              </a:rPr>
              <a:t>minimizing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data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entry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mistakes.</a:t>
            </a:r>
            <a:endParaRPr sz="1100" dirty="0">
              <a:latin typeface="Times New Roman"/>
              <a:cs typeface="Times New Roman"/>
            </a:endParaRPr>
          </a:p>
          <a:p>
            <a:pPr marL="479425" indent="-228600" algn="just">
              <a:lnSpc>
                <a:spcPct val="100000"/>
              </a:lnSpc>
              <a:spcBef>
                <a:spcPts val="459"/>
              </a:spcBef>
              <a:buFont typeface="Times New Roman"/>
              <a:buAutoNum type="arabicPeriod" startAt="5"/>
              <a:tabLst>
                <a:tab pos="479425" algn="l"/>
                <a:tab pos="2766695" algn="l"/>
              </a:tabLst>
            </a:pPr>
            <a:r>
              <a:rPr sz="1100" b="1" dirty="0">
                <a:latin typeface="Times New Roman"/>
                <a:cs typeface="Times New Roman"/>
              </a:rPr>
              <a:t>Governance</a:t>
            </a:r>
            <a:r>
              <a:rPr sz="1100" b="1" spc="195" dirty="0">
                <a:latin typeface="Times New Roman"/>
                <a:cs typeface="Times New Roman"/>
              </a:rPr>
              <a:t>  </a:t>
            </a:r>
            <a:r>
              <a:rPr sz="1100" b="1" dirty="0">
                <a:latin typeface="Times New Roman"/>
                <a:cs typeface="Times New Roman"/>
              </a:rPr>
              <a:t>and</a:t>
            </a:r>
            <a:r>
              <a:rPr sz="1100" b="1" spc="235" dirty="0">
                <a:latin typeface="Times New Roman"/>
                <a:cs typeface="Times New Roman"/>
              </a:rPr>
              <a:t>   </a:t>
            </a:r>
            <a:r>
              <a:rPr sz="1100" b="1" spc="-10" dirty="0">
                <a:latin typeface="Times New Roman"/>
                <a:cs typeface="Times New Roman"/>
              </a:rPr>
              <a:t>Change</a:t>
            </a:r>
            <a:r>
              <a:rPr sz="1100" b="1" dirty="0">
                <a:latin typeface="Times New Roman"/>
                <a:cs typeface="Times New Roman"/>
              </a:rPr>
              <a:t>	</a:t>
            </a:r>
            <a:r>
              <a:rPr sz="1100" b="1" spc="-10" dirty="0">
                <a:latin typeface="Times New Roman"/>
                <a:cs typeface="Times New Roman"/>
              </a:rPr>
              <a:t>Tracking</a:t>
            </a:r>
            <a:endParaRPr sz="1100" dirty="0">
              <a:latin typeface="Times New Roman"/>
              <a:cs typeface="Times New Roman"/>
            </a:endParaRPr>
          </a:p>
          <a:p>
            <a:pPr marL="485775" marR="11430" indent="31750" algn="just">
              <a:lnSpc>
                <a:spcPct val="107600"/>
              </a:lnSpc>
              <a:spcBef>
                <a:spcPts val="75"/>
              </a:spcBef>
            </a:pPr>
            <a:r>
              <a:rPr sz="1100" dirty="0">
                <a:latin typeface="Times New Roman"/>
                <a:cs typeface="Times New Roman"/>
              </a:rPr>
              <a:t>Establish</a:t>
            </a:r>
            <a:r>
              <a:rPr sz="1100" spc="30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30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mechanism</a:t>
            </a:r>
            <a:r>
              <a:rPr sz="1100" spc="30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30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log</a:t>
            </a:r>
            <a:r>
              <a:rPr sz="1100" spc="3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3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track</a:t>
            </a:r>
            <a:r>
              <a:rPr sz="1100" spc="30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all</a:t>
            </a:r>
            <a:r>
              <a:rPr sz="1100" spc="30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changes</a:t>
            </a:r>
            <a:r>
              <a:rPr sz="1100" spc="3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made</a:t>
            </a:r>
            <a:r>
              <a:rPr sz="1100" spc="30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30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30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catalog</a:t>
            </a:r>
            <a:r>
              <a:rPr sz="1100" spc="31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item, </a:t>
            </a:r>
            <a:r>
              <a:rPr sz="1100" dirty="0">
                <a:latin typeface="Times New Roman"/>
                <a:cs typeface="Times New Roman"/>
              </a:rPr>
              <a:t>workflows,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-10" dirty="0">
                <a:latin typeface="Times New Roman"/>
                <a:cs typeface="Times New Roman"/>
              </a:rPr>
              <a:t> configurations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-10" dirty="0">
                <a:latin typeface="Times New Roman"/>
                <a:cs typeface="Times New Roman"/>
              </a:rPr>
              <a:t> compliance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auditing</a:t>
            </a:r>
            <a:r>
              <a:rPr sz="1100" spc="-10" dirty="0">
                <a:latin typeface="Times New Roman"/>
                <a:cs typeface="Times New Roman"/>
              </a:rPr>
              <a:t> purposes.</a:t>
            </a:r>
            <a:endParaRPr sz="1100" dirty="0">
              <a:latin typeface="Times New Roman"/>
              <a:cs typeface="Times New Roman"/>
            </a:endParaRPr>
          </a:p>
          <a:p>
            <a:pPr marL="479425" indent="-228600" algn="just">
              <a:lnSpc>
                <a:spcPct val="100000"/>
              </a:lnSpc>
              <a:spcBef>
                <a:spcPts val="465"/>
              </a:spcBef>
              <a:buFont typeface="Times New Roman"/>
              <a:buAutoNum type="arabicPeriod" startAt="6"/>
              <a:tabLst>
                <a:tab pos="479425" algn="l"/>
              </a:tabLst>
            </a:pPr>
            <a:r>
              <a:rPr sz="1100" b="1" dirty="0">
                <a:latin typeface="Times New Roman"/>
                <a:cs typeface="Times New Roman"/>
              </a:rPr>
              <a:t>Seamless</a:t>
            </a:r>
            <a:r>
              <a:rPr sz="1100" b="1" spc="335" dirty="0">
                <a:latin typeface="Times New Roman"/>
                <a:cs typeface="Times New Roman"/>
              </a:rPr>
              <a:t>    </a:t>
            </a:r>
            <a:r>
              <a:rPr sz="1100" b="1" dirty="0">
                <a:latin typeface="Times New Roman"/>
                <a:cs typeface="Times New Roman"/>
              </a:rPr>
              <a:t>Integration</a:t>
            </a:r>
            <a:r>
              <a:rPr sz="1100" b="1" spc="400" dirty="0">
                <a:latin typeface="Times New Roman"/>
                <a:cs typeface="Times New Roman"/>
              </a:rPr>
              <a:t>  </a:t>
            </a:r>
            <a:r>
              <a:rPr sz="1100" b="1" dirty="0">
                <a:latin typeface="Times New Roman"/>
                <a:cs typeface="Times New Roman"/>
              </a:rPr>
              <a:t>and</a:t>
            </a:r>
            <a:r>
              <a:rPr sz="1100" b="1" spc="240" dirty="0">
                <a:latin typeface="Times New Roman"/>
                <a:cs typeface="Times New Roman"/>
              </a:rPr>
              <a:t>   </a:t>
            </a:r>
            <a:r>
              <a:rPr sz="1100" b="1" spc="-10" dirty="0">
                <a:latin typeface="Times New Roman"/>
                <a:cs typeface="Times New Roman"/>
              </a:rPr>
              <a:t>Deployment</a:t>
            </a:r>
            <a:endParaRPr sz="1100" dirty="0">
              <a:latin typeface="Times New Roman"/>
              <a:cs typeface="Times New Roman"/>
            </a:endParaRPr>
          </a:p>
          <a:p>
            <a:pPr marL="485775" marR="8255" indent="31750" algn="just">
              <a:lnSpc>
                <a:spcPct val="108500"/>
              </a:lnSpc>
              <a:spcBef>
                <a:spcPts val="65"/>
              </a:spcBef>
            </a:pPr>
            <a:r>
              <a:rPr sz="1100" dirty="0">
                <a:latin typeface="Times New Roman"/>
                <a:cs typeface="Times New Roman"/>
              </a:rPr>
              <a:t>Ensure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that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catalog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item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integrates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smoothly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with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existing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ITSM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workflows</a:t>
            </a:r>
            <a:r>
              <a:rPr sz="1100" spc="-10" dirty="0">
                <a:latin typeface="Times New Roman"/>
                <a:cs typeface="Times New Roman"/>
              </a:rPr>
              <a:t> (e.g., </a:t>
            </a:r>
            <a:r>
              <a:rPr sz="1100" dirty="0">
                <a:latin typeface="Times New Roman"/>
                <a:cs typeface="Times New Roman"/>
              </a:rPr>
              <a:t>approval,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fulfillment,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asset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management)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that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changes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are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easily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deployable </a:t>
            </a:r>
            <a:r>
              <a:rPr sz="1100" dirty="0">
                <a:latin typeface="Times New Roman"/>
                <a:cs typeface="Times New Roman"/>
              </a:rPr>
              <a:t>across </a:t>
            </a:r>
            <a:r>
              <a:rPr sz="1100" spc="-10" dirty="0">
                <a:latin typeface="Times New Roman"/>
                <a:cs typeface="Times New Roman"/>
              </a:rPr>
              <a:t>environments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(development,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testing, </a:t>
            </a:r>
            <a:r>
              <a:rPr sz="1100" spc="-10" dirty="0">
                <a:latin typeface="Times New Roman"/>
                <a:cs typeface="Times New Roman"/>
              </a:rPr>
              <a:t>production).</a:t>
            </a:r>
            <a:endParaRPr sz="1100" dirty="0">
              <a:latin typeface="Times New Roman"/>
              <a:cs typeface="Times New Roman"/>
            </a:endParaRPr>
          </a:p>
          <a:p>
            <a:pPr marL="479425" indent="-228600" algn="just">
              <a:lnSpc>
                <a:spcPct val="100000"/>
              </a:lnSpc>
              <a:spcBef>
                <a:spcPts val="430"/>
              </a:spcBef>
              <a:buFont typeface="Times New Roman"/>
              <a:buAutoNum type="arabicPeriod" startAt="7"/>
              <a:tabLst>
                <a:tab pos="479425" algn="l"/>
              </a:tabLst>
            </a:pPr>
            <a:r>
              <a:rPr sz="1100" b="1" dirty="0">
                <a:latin typeface="Times New Roman"/>
                <a:cs typeface="Times New Roman"/>
              </a:rPr>
              <a:t>Improved</a:t>
            </a:r>
            <a:r>
              <a:rPr sz="1100" b="1" spc="400" dirty="0">
                <a:latin typeface="Times New Roman"/>
                <a:cs typeface="Times New Roman"/>
              </a:rPr>
              <a:t>   </a:t>
            </a:r>
            <a:r>
              <a:rPr sz="1100" b="1" dirty="0">
                <a:latin typeface="Times New Roman"/>
                <a:cs typeface="Times New Roman"/>
              </a:rPr>
              <a:t>Efficiency</a:t>
            </a:r>
            <a:r>
              <a:rPr sz="1100" b="1" spc="380" dirty="0">
                <a:latin typeface="Times New Roman"/>
                <a:cs typeface="Times New Roman"/>
              </a:rPr>
              <a:t>   </a:t>
            </a:r>
            <a:r>
              <a:rPr sz="1100" b="1" dirty="0">
                <a:latin typeface="Times New Roman"/>
                <a:cs typeface="Times New Roman"/>
              </a:rPr>
              <a:t>and</a:t>
            </a:r>
            <a:r>
              <a:rPr sz="1100" b="1" spc="240" dirty="0">
                <a:latin typeface="Times New Roman"/>
                <a:cs typeface="Times New Roman"/>
              </a:rPr>
              <a:t>   </a:t>
            </a:r>
            <a:r>
              <a:rPr sz="1100" b="1" spc="-10" dirty="0">
                <a:latin typeface="Times New Roman"/>
                <a:cs typeface="Times New Roman"/>
              </a:rPr>
              <a:t>Transparency</a:t>
            </a:r>
            <a:endParaRPr sz="1100" dirty="0">
              <a:latin typeface="Times New Roman"/>
              <a:cs typeface="Times New Roman"/>
            </a:endParaRPr>
          </a:p>
          <a:p>
            <a:pPr marL="485775" marR="10160" indent="31750" algn="just">
              <a:lnSpc>
                <a:spcPct val="109400"/>
              </a:lnSpc>
              <a:spcBef>
                <a:spcPts val="55"/>
              </a:spcBef>
            </a:pPr>
            <a:r>
              <a:rPr sz="1100" dirty="0">
                <a:latin typeface="Times New Roman"/>
                <a:cs typeface="Times New Roman"/>
              </a:rPr>
              <a:t>Reduce</a:t>
            </a:r>
            <a:r>
              <a:rPr sz="1100" spc="-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request</a:t>
            </a:r>
            <a:r>
              <a:rPr sz="1100" spc="-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turnaround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time,</a:t>
            </a:r>
            <a:r>
              <a:rPr sz="1100" spc="-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eliminate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manual</a:t>
            </a:r>
            <a:r>
              <a:rPr sz="1100" spc="-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intervention,</a:t>
            </a:r>
            <a:r>
              <a:rPr sz="1100" spc="-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-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provide</a:t>
            </a:r>
            <a:r>
              <a:rPr sz="1100" spc="-5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visibility </a:t>
            </a:r>
            <a:r>
              <a:rPr sz="1100" dirty="0">
                <a:latin typeface="Times New Roman"/>
                <a:cs typeface="Times New Roman"/>
              </a:rPr>
              <a:t>into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-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request</a:t>
            </a:r>
            <a:r>
              <a:rPr sz="1100" spc="-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lifecycle</a:t>
            </a:r>
            <a:r>
              <a:rPr sz="1100" spc="-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both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employees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administrators.</a:t>
            </a:r>
            <a:endParaRPr sz="11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35"/>
              </a:spcBef>
            </a:pPr>
            <a:r>
              <a:rPr sz="1100" b="1" spc="-10" dirty="0">
                <a:latin typeface="Times New Roman"/>
                <a:cs typeface="Times New Roman"/>
              </a:rPr>
              <a:t>Scope</a:t>
            </a:r>
            <a:endParaRPr sz="1100" dirty="0">
              <a:latin typeface="Times New Roman"/>
              <a:cs typeface="Times New Roman"/>
            </a:endParaRPr>
          </a:p>
          <a:p>
            <a:pPr marL="22225" marR="8255" indent="457200" algn="just">
              <a:lnSpc>
                <a:spcPct val="108300"/>
              </a:lnSpc>
              <a:spcBef>
                <a:spcPts val="1240"/>
              </a:spcBef>
            </a:pP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1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scope</a:t>
            </a:r>
            <a:r>
              <a:rPr sz="1100" spc="1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1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this</a:t>
            </a:r>
            <a:r>
              <a:rPr sz="1100" spc="1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project</a:t>
            </a:r>
            <a:r>
              <a:rPr sz="1100" spc="1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encompasses</a:t>
            </a:r>
            <a:r>
              <a:rPr sz="1100" spc="1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16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design,</a:t>
            </a:r>
            <a:r>
              <a:rPr sz="1100" b="1" spc="15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development,</a:t>
            </a:r>
            <a:r>
              <a:rPr sz="1100" b="1" spc="160" dirty="0">
                <a:latin typeface="Times New Roman"/>
                <a:cs typeface="Times New Roman"/>
              </a:rPr>
              <a:t> </a:t>
            </a:r>
            <a:r>
              <a:rPr sz="1100" b="1" spc="-10" dirty="0">
                <a:latin typeface="Times New Roman"/>
                <a:cs typeface="Times New Roman"/>
              </a:rPr>
              <a:t>implementation, </a:t>
            </a:r>
            <a:r>
              <a:rPr sz="1100" b="1" dirty="0">
                <a:latin typeface="Times New Roman"/>
                <a:cs typeface="Times New Roman"/>
              </a:rPr>
              <a:t>testing,</a:t>
            </a:r>
            <a:r>
              <a:rPr sz="1100" b="1" spc="9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and</a:t>
            </a:r>
            <a:r>
              <a:rPr sz="1100" b="1" spc="10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deployment</a:t>
            </a:r>
            <a:r>
              <a:rPr sz="1100" b="1" spc="10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dynamic</a:t>
            </a:r>
            <a:r>
              <a:rPr sz="1100" spc="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Service</a:t>
            </a:r>
            <a:r>
              <a:rPr sz="1100" spc="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Catalog</a:t>
            </a:r>
            <a:r>
              <a:rPr sz="1100" spc="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item</a:t>
            </a:r>
            <a:r>
              <a:rPr sz="1100" spc="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laptop</a:t>
            </a:r>
            <a:r>
              <a:rPr sz="1100" spc="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requests</a:t>
            </a:r>
            <a:r>
              <a:rPr sz="1100" spc="1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within</a:t>
            </a:r>
            <a:r>
              <a:rPr sz="1100" spc="90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the </a:t>
            </a:r>
            <a:r>
              <a:rPr sz="1100" dirty="0">
                <a:latin typeface="Times New Roman"/>
                <a:cs typeface="Times New Roman"/>
              </a:rPr>
              <a:t>organization’s</a:t>
            </a:r>
            <a:r>
              <a:rPr sz="1100" spc="1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IT</a:t>
            </a:r>
            <a:r>
              <a:rPr sz="1100" spc="11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Service</a:t>
            </a:r>
            <a:r>
              <a:rPr sz="1100" spc="1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Management</a:t>
            </a:r>
            <a:r>
              <a:rPr sz="1100" spc="1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(ITSM)</a:t>
            </a:r>
            <a:r>
              <a:rPr sz="1100" spc="1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system</a:t>
            </a:r>
            <a:r>
              <a:rPr sz="1100" spc="1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(e.g.,</a:t>
            </a:r>
            <a:r>
              <a:rPr sz="1100" spc="1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ServiceNow</a:t>
            </a:r>
            <a:r>
              <a:rPr sz="1100" spc="1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or</a:t>
            </a:r>
            <a:r>
              <a:rPr sz="1100" spc="1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</a:t>
            </a:r>
            <a:r>
              <a:rPr sz="1100" spc="14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equivalent platform).</a:t>
            </a:r>
            <a:endParaRPr sz="1100" dirty="0">
              <a:latin typeface="Times New Roman"/>
              <a:cs typeface="Times New Roman"/>
            </a:endParaRPr>
          </a:p>
          <a:p>
            <a:pPr marL="22225" marR="5080" indent="457200" algn="just">
              <a:lnSpc>
                <a:spcPct val="108300"/>
              </a:lnSpc>
              <a:spcBef>
                <a:spcPts val="1240"/>
              </a:spcBef>
            </a:pP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solution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will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focus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on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automating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end-</a:t>
            </a:r>
            <a:r>
              <a:rPr sz="1100" spc="-10" dirty="0">
                <a:latin typeface="Times New Roman"/>
                <a:cs typeface="Times New Roman"/>
              </a:rPr>
              <a:t>to-</a:t>
            </a:r>
            <a:r>
              <a:rPr sz="1100" dirty="0">
                <a:latin typeface="Times New Roman"/>
                <a:cs typeface="Times New Roman"/>
              </a:rPr>
              <a:t>end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laptop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request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process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—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spc="-20" dirty="0">
                <a:latin typeface="Times New Roman"/>
                <a:cs typeface="Times New Roman"/>
              </a:rPr>
              <a:t>from </a:t>
            </a:r>
            <a:r>
              <a:rPr sz="1100" dirty="0">
                <a:latin typeface="Times New Roman"/>
                <a:cs typeface="Times New Roman"/>
              </a:rPr>
              <a:t>submission</a:t>
            </a:r>
            <a:r>
              <a:rPr sz="1100" spc="2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3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approval</a:t>
            </a:r>
            <a:r>
              <a:rPr sz="1100" spc="30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2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fulfillment</a:t>
            </a:r>
            <a:r>
              <a:rPr sz="1100" spc="3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—</a:t>
            </a:r>
            <a:r>
              <a:rPr sz="1100" spc="3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ensuring</a:t>
            </a:r>
            <a:r>
              <a:rPr sz="1100" spc="2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improved</a:t>
            </a:r>
            <a:r>
              <a:rPr sz="1100" spc="3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accuracy,</a:t>
            </a:r>
            <a:r>
              <a:rPr sz="1100" spc="3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efficiency,</a:t>
            </a:r>
            <a:r>
              <a:rPr sz="1100" spc="285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and </a:t>
            </a:r>
            <a:r>
              <a:rPr sz="1100" dirty="0">
                <a:latin typeface="Times New Roman"/>
                <a:cs typeface="Times New Roman"/>
              </a:rPr>
              <a:t>governance.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project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will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also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include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creation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form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logic,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dynamic field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behavior,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tracking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mechanisms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change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management.</a:t>
            </a:r>
            <a:endParaRPr sz="1100" dirty="0">
              <a:latin typeface="Times New Roman"/>
              <a:cs typeface="Times New Roman"/>
            </a:endParaRPr>
          </a:p>
          <a:p>
            <a:pPr marL="22225">
              <a:lnSpc>
                <a:spcPct val="100000"/>
              </a:lnSpc>
              <a:spcBef>
                <a:spcPts val="1360"/>
              </a:spcBef>
            </a:pPr>
            <a:r>
              <a:rPr sz="1100" spc="-10" dirty="0">
                <a:latin typeface="Times New Roman"/>
                <a:cs typeface="Times New Roman"/>
              </a:rPr>
              <a:t>In-Scope</a:t>
            </a:r>
            <a:r>
              <a:rPr sz="1100" spc="-5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Activities</a:t>
            </a:r>
            <a:endParaRPr sz="11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100" dirty="0">
              <a:latin typeface="Times New Roman"/>
              <a:cs typeface="Times New Roman"/>
            </a:endParaRPr>
          </a:p>
          <a:p>
            <a:pPr marL="469900" lvl="1" indent="-228600">
              <a:lnSpc>
                <a:spcPct val="100000"/>
              </a:lnSpc>
              <a:buFont typeface="Arial MT"/>
              <a:buChar char="•"/>
              <a:tabLst>
                <a:tab pos="469900" algn="l"/>
              </a:tabLst>
            </a:pPr>
            <a:r>
              <a:rPr sz="1100" dirty="0">
                <a:latin typeface="Times New Roman"/>
                <a:cs typeface="Times New Roman"/>
              </a:rPr>
              <a:t>Design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development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 a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dynamic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catalog item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laptop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requests.</a:t>
            </a:r>
            <a:endParaRPr sz="1100" dirty="0">
              <a:latin typeface="Times New Roman"/>
              <a:cs typeface="Times New Roman"/>
            </a:endParaRPr>
          </a:p>
          <a:p>
            <a:pPr marL="469900" lvl="1" indent="-228600">
              <a:lnSpc>
                <a:spcPct val="100000"/>
              </a:lnSpc>
              <a:spcBef>
                <a:spcPts val="160"/>
              </a:spcBef>
              <a:buFont typeface="Arial MT"/>
              <a:buChar char="•"/>
              <a:tabLst>
                <a:tab pos="469900" algn="l"/>
              </a:tabLst>
            </a:pPr>
            <a:r>
              <a:rPr sz="1100" spc="-10" dirty="0">
                <a:latin typeface="Times New Roman"/>
                <a:cs typeface="Times New Roman"/>
              </a:rPr>
              <a:t>Implementation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 </a:t>
            </a:r>
            <a:r>
              <a:rPr sz="1100" spc="-10" dirty="0">
                <a:latin typeface="Times New Roman"/>
                <a:cs typeface="Times New Roman"/>
              </a:rPr>
              <a:t>client-</a:t>
            </a:r>
            <a:r>
              <a:rPr sz="1100" dirty="0">
                <a:latin typeface="Times New Roman"/>
                <a:cs typeface="Times New Roman"/>
              </a:rPr>
              <a:t>side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 </a:t>
            </a:r>
            <a:r>
              <a:rPr sz="1100" spc="-10" dirty="0">
                <a:latin typeface="Times New Roman"/>
                <a:cs typeface="Times New Roman"/>
              </a:rPr>
              <a:t>server-</a:t>
            </a:r>
            <a:r>
              <a:rPr sz="1100" dirty="0">
                <a:latin typeface="Times New Roman"/>
                <a:cs typeface="Times New Roman"/>
              </a:rPr>
              <a:t>side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scripting for </a:t>
            </a:r>
            <a:r>
              <a:rPr sz="1100" spc="-10" dirty="0">
                <a:latin typeface="Times New Roman"/>
                <a:cs typeface="Times New Roman"/>
              </a:rPr>
              <a:t>dynamic behavior.</a:t>
            </a:r>
            <a:endParaRPr sz="1100" dirty="0">
              <a:latin typeface="Times New Roman"/>
              <a:cs typeface="Times New Roman"/>
            </a:endParaRPr>
          </a:p>
          <a:p>
            <a:pPr marL="469900" lvl="1" indent="-228600">
              <a:lnSpc>
                <a:spcPct val="100000"/>
              </a:lnSpc>
              <a:spcBef>
                <a:spcPts val="185"/>
              </a:spcBef>
              <a:buFont typeface="Arial MT"/>
              <a:buChar char="•"/>
              <a:tabLst>
                <a:tab pos="469900" algn="l"/>
              </a:tabLst>
            </a:pPr>
            <a:r>
              <a:rPr sz="1100" dirty="0">
                <a:latin typeface="Times New Roman"/>
                <a:cs typeface="Times New Roman"/>
              </a:rPr>
              <a:t>Integration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with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existing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workflows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(e.g.,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approvals,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fulfillment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tasks,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notifications).</a:t>
            </a:r>
            <a:endParaRPr sz="1100" dirty="0">
              <a:latin typeface="Times New Roman"/>
              <a:cs typeface="Times New Roman"/>
            </a:endParaRPr>
          </a:p>
          <a:p>
            <a:pPr marL="469900" lvl="1" indent="-228600">
              <a:lnSpc>
                <a:spcPct val="100000"/>
              </a:lnSpc>
              <a:spcBef>
                <a:spcPts val="185"/>
              </a:spcBef>
              <a:buFont typeface="Arial MT"/>
              <a:buChar char="•"/>
              <a:tabLst>
                <a:tab pos="469900" algn="l"/>
              </a:tabLst>
            </a:pPr>
            <a:r>
              <a:rPr sz="1100" spc="-10" dirty="0">
                <a:latin typeface="Times New Roman"/>
                <a:cs typeface="Times New Roman"/>
              </a:rPr>
              <a:t>Implementation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data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validation,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tooltips,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-10" dirty="0">
                <a:latin typeface="Times New Roman"/>
                <a:cs typeface="Times New Roman"/>
              </a:rPr>
              <a:t> instructional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text.</a:t>
            </a:r>
            <a:endParaRPr sz="1100" dirty="0">
              <a:latin typeface="Times New Roman"/>
              <a:cs typeface="Times New Roman"/>
            </a:endParaRPr>
          </a:p>
          <a:p>
            <a:pPr marL="469900" lvl="1" indent="-228600">
              <a:lnSpc>
                <a:spcPct val="100000"/>
              </a:lnSpc>
              <a:spcBef>
                <a:spcPts val="185"/>
              </a:spcBef>
              <a:buFont typeface="Arial MT"/>
              <a:buChar char="•"/>
              <a:tabLst>
                <a:tab pos="469900" algn="l"/>
              </a:tabLst>
            </a:pPr>
            <a:r>
              <a:rPr sz="1100" spc="-10" dirty="0">
                <a:latin typeface="Times New Roman"/>
                <a:cs typeface="Times New Roman"/>
              </a:rPr>
              <a:t>Development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form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reset</a:t>
            </a:r>
            <a:r>
              <a:rPr sz="1100" spc="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modification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features.</a:t>
            </a:r>
            <a:endParaRPr sz="1100" dirty="0">
              <a:latin typeface="Times New Roman"/>
              <a:cs typeface="Times New Roman"/>
            </a:endParaRPr>
          </a:p>
          <a:p>
            <a:pPr marL="469900" lvl="1" indent="-228600">
              <a:lnSpc>
                <a:spcPct val="100000"/>
              </a:lnSpc>
              <a:spcBef>
                <a:spcPts val="190"/>
              </a:spcBef>
              <a:buFont typeface="Arial MT"/>
              <a:buChar char="•"/>
              <a:tabLst>
                <a:tab pos="469900" algn="l"/>
              </a:tabLst>
            </a:pPr>
            <a:r>
              <a:rPr sz="1100" spc="-10" dirty="0">
                <a:latin typeface="Times New Roman"/>
                <a:cs typeface="Times New Roman"/>
              </a:rPr>
              <a:t>Configuration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audit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trails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change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tracking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mechanisms.</a:t>
            </a:r>
            <a:endParaRPr sz="1100" dirty="0">
              <a:latin typeface="Times New Roman"/>
              <a:cs typeface="Times New Roman"/>
            </a:endParaRPr>
          </a:p>
          <a:p>
            <a:pPr marL="469900" lvl="1" indent="-228600">
              <a:lnSpc>
                <a:spcPct val="100000"/>
              </a:lnSpc>
              <a:spcBef>
                <a:spcPts val="185"/>
              </a:spcBef>
              <a:buFont typeface="Arial MT"/>
              <a:buChar char="•"/>
              <a:tabLst>
                <a:tab pos="469900" algn="l"/>
              </a:tabLst>
            </a:pPr>
            <a:r>
              <a:rPr sz="1100" dirty="0">
                <a:latin typeface="Times New Roman"/>
                <a:cs typeface="Times New Roman"/>
              </a:rPr>
              <a:t>Deployment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management</a:t>
            </a:r>
            <a:r>
              <a:rPr sz="1100" spc="-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through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proper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governance</a:t>
            </a:r>
            <a:r>
              <a:rPr sz="1100" spc="-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version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control.</a:t>
            </a:r>
            <a:endParaRPr sz="1100" dirty="0">
              <a:latin typeface="Times New Roman"/>
              <a:cs typeface="Times New Roman"/>
            </a:endParaRPr>
          </a:p>
          <a:p>
            <a:pPr marL="469900" lvl="1" indent="-228600">
              <a:lnSpc>
                <a:spcPct val="100000"/>
              </a:lnSpc>
              <a:spcBef>
                <a:spcPts val="210"/>
              </a:spcBef>
              <a:buFont typeface="Arial MT"/>
              <a:buChar char="•"/>
              <a:tabLst>
                <a:tab pos="469900" algn="l"/>
              </a:tabLst>
            </a:pPr>
            <a:r>
              <a:rPr sz="1100" dirty="0">
                <a:latin typeface="Times New Roman"/>
                <a:cs typeface="Times New Roman"/>
              </a:rPr>
              <a:t>User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training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documentation preparation.</a:t>
            </a:r>
            <a:endParaRPr sz="1100" dirty="0">
              <a:latin typeface="Times New Roman"/>
              <a:cs typeface="Times New Roman"/>
            </a:endParaRPr>
          </a:p>
          <a:p>
            <a:pPr marL="22225">
              <a:lnSpc>
                <a:spcPct val="100000"/>
              </a:lnSpc>
              <a:spcBef>
                <a:spcPts val="1185"/>
              </a:spcBef>
            </a:pPr>
            <a:r>
              <a:rPr sz="1100" dirty="0">
                <a:latin typeface="Times New Roman"/>
                <a:cs typeface="Times New Roman"/>
              </a:rPr>
              <a:t>Out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spc="-20" dirty="0">
                <a:latin typeface="Times New Roman"/>
                <a:cs typeface="Times New Roman"/>
              </a:rPr>
              <a:t>Scope</a:t>
            </a:r>
            <a:endParaRPr sz="1100" dirty="0">
              <a:latin typeface="Times New Roman"/>
              <a:cs typeface="Times New Roman"/>
            </a:endParaRPr>
          </a:p>
          <a:p>
            <a:pPr marL="469900" marR="10795" lvl="1" indent="-228600">
              <a:lnSpc>
                <a:spcPct val="107800"/>
              </a:lnSpc>
              <a:spcBef>
                <a:spcPts val="1325"/>
              </a:spcBef>
              <a:buFont typeface="Arial MT"/>
              <a:buChar char="•"/>
              <a:tabLst>
                <a:tab pos="469900" algn="l"/>
              </a:tabLst>
            </a:pPr>
            <a:r>
              <a:rPr sz="1100" dirty="0">
                <a:latin typeface="Times New Roman"/>
                <a:cs typeface="Times New Roman"/>
              </a:rPr>
              <a:t>Physical</a:t>
            </a:r>
            <a:r>
              <a:rPr sz="1100" spc="2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laptop</a:t>
            </a:r>
            <a:r>
              <a:rPr sz="1100" spc="2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procurement</a:t>
            </a:r>
            <a:r>
              <a:rPr sz="1100" spc="2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or</a:t>
            </a:r>
            <a:r>
              <a:rPr sz="1100" spc="2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inventory</a:t>
            </a:r>
            <a:r>
              <a:rPr sz="1100" spc="3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management</a:t>
            </a:r>
            <a:r>
              <a:rPr sz="1100" spc="2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processes</a:t>
            </a:r>
            <a:r>
              <a:rPr sz="1100" spc="30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beyond</a:t>
            </a:r>
            <a:r>
              <a:rPr sz="1100" spc="29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catalog integration.</a:t>
            </a:r>
            <a:endParaRPr sz="1100" dirty="0">
              <a:latin typeface="Times New Roman"/>
              <a:cs typeface="Times New Roman"/>
            </a:endParaRPr>
          </a:p>
          <a:p>
            <a:pPr marL="469900" lvl="1" indent="-228600">
              <a:lnSpc>
                <a:spcPct val="100000"/>
              </a:lnSpc>
              <a:spcBef>
                <a:spcPts val="160"/>
              </a:spcBef>
              <a:buFont typeface="Arial MT"/>
              <a:buChar char="•"/>
              <a:tabLst>
                <a:tab pos="469900" algn="l"/>
              </a:tabLst>
            </a:pPr>
            <a:r>
              <a:rPr sz="1100" spc="-10" dirty="0">
                <a:latin typeface="Times New Roman"/>
                <a:cs typeface="Times New Roman"/>
              </a:rPr>
              <a:t>Development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unrelated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IT</a:t>
            </a:r>
            <a:r>
              <a:rPr sz="1100" spc="-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assets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or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service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catalog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items.</a:t>
            </a:r>
            <a:endParaRPr sz="1100" dirty="0">
              <a:latin typeface="Times New Roman"/>
              <a:cs typeface="Times New Roman"/>
            </a:endParaRPr>
          </a:p>
          <a:p>
            <a:pPr marL="469900" lvl="1" indent="-228600">
              <a:lnSpc>
                <a:spcPct val="100000"/>
              </a:lnSpc>
              <a:spcBef>
                <a:spcPts val="185"/>
              </a:spcBef>
              <a:buFont typeface="Arial MT"/>
              <a:buChar char="•"/>
              <a:tabLst>
                <a:tab pos="469900" algn="l"/>
              </a:tabLst>
            </a:pPr>
            <a:r>
              <a:rPr sz="1100" dirty="0">
                <a:latin typeface="Times New Roman"/>
                <a:cs typeface="Times New Roman"/>
              </a:rPr>
              <a:t>Integration</a:t>
            </a:r>
            <a:r>
              <a:rPr sz="1100" spc="-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with</a:t>
            </a:r>
            <a:r>
              <a:rPr sz="1100" spc="-4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third-</a:t>
            </a:r>
            <a:r>
              <a:rPr sz="1100" dirty="0">
                <a:latin typeface="Times New Roman"/>
                <a:cs typeface="Times New Roman"/>
              </a:rPr>
              <a:t>party</a:t>
            </a:r>
            <a:r>
              <a:rPr sz="1100" spc="-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procurement</a:t>
            </a:r>
            <a:r>
              <a:rPr sz="1100" spc="-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systems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(unless</a:t>
            </a:r>
            <a:r>
              <a:rPr sz="1100" spc="-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specified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-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later</a:t>
            </a:r>
            <a:r>
              <a:rPr sz="1100" spc="-4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phases).</a:t>
            </a:r>
            <a:endParaRPr sz="1100" dirty="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53975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-50" dirty="0"/>
              <a:pPr marL="53975">
                <a:lnSpc>
                  <a:spcPct val="100000"/>
                </a:lnSpc>
                <a:spcBef>
                  <a:spcPts val="25"/>
                </a:spcBef>
              </a:pPr>
              <a:t>9</a:t>
            </a:fld>
            <a:endParaRPr spc="-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4800" y="304799"/>
            <a:ext cx="6956425" cy="9525"/>
          </a:xfrm>
          <a:custGeom>
            <a:avLst/>
            <a:gdLst/>
            <a:ahLst/>
            <a:cxnLst/>
            <a:rect l="l" t="t" r="r" b="b"/>
            <a:pathLst>
              <a:path w="6956425" h="9525">
                <a:moveTo>
                  <a:pt x="6956044" y="0"/>
                </a:moveTo>
                <a:lnTo>
                  <a:pt x="6946900" y="0"/>
                </a:lnTo>
                <a:lnTo>
                  <a:pt x="9144" y="0"/>
                </a:lnTo>
                <a:lnTo>
                  <a:pt x="6350" y="0"/>
                </a:lnTo>
                <a:lnTo>
                  <a:pt x="0" y="0"/>
                </a:lnTo>
                <a:lnTo>
                  <a:pt x="0" y="9144"/>
                </a:lnTo>
                <a:lnTo>
                  <a:pt x="6350" y="9144"/>
                </a:lnTo>
                <a:lnTo>
                  <a:pt x="9144" y="9144"/>
                </a:lnTo>
                <a:lnTo>
                  <a:pt x="6946900" y="9144"/>
                </a:lnTo>
                <a:lnTo>
                  <a:pt x="6956044" y="9144"/>
                </a:lnTo>
                <a:lnTo>
                  <a:pt x="695604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04800" y="311149"/>
            <a:ext cx="6956425" cy="10083800"/>
          </a:xfrm>
          <a:custGeom>
            <a:avLst/>
            <a:gdLst/>
            <a:ahLst/>
            <a:cxnLst/>
            <a:rect l="l" t="t" r="r" b="b"/>
            <a:pathLst>
              <a:path w="6956425" h="10083800">
                <a:moveTo>
                  <a:pt x="6956044" y="0"/>
                </a:moveTo>
                <a:lnTo>
                  <a:pt x="6946900" y="0"/>
                </a:lnTo>
                <a:lnTo>
                  <a:pt x="6946900" y="10074275"/>
                </a:lnTo>
                <a:lnTo>
                  <a:pt x="9144" y="10074275"/>
                </a:lnTo>
                <a:lnTo>
                  <a:pt x="9144" y="0"/>
                </a:lnTo>
                <a:lnTo>
                  <a:pt x="0" y="0"/>
                </a:lnTo>
                <a:lnTo>
                  <a:pt x="0" y="10074275"/>
                </a:lnTo>
                <a:lnTo>
                  <a:pt x="0" y="10083419"/>
                </a:lnTo>
                <a:lnTo>
                  <a:pt x="6350" y="10083419"/>
                </a:lnTo>
                <a:lnTo>
                  <a:pt x="9144" y="10083419"/>
                </a:lnTo>
                <a:lnTo>
                  <a:pt x="6946900" y="10083419"/>
                </a:lnTo>
                <a:lnTo>
                  <a:pt x="6956044" y="10083419"/>
                </a:lnTo>
                <a:lnTo>
                  <a:pt x="6956044" y="10074275"/>
                </a:lnTo>
                <a:lnTo>
                  <a:pt x="695604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873250" y="4356100"/>
            <a:ext cx="4529455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Times New Roman"/>
                <a:cs typeface="Times New Roman"/>
              </a:rPr>
              <a:t>PERFORMANCE</a:t>
            </a:r>
            <a:r>
              <a:rPr sz="2400" b="1" spc="-3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&amp;</a:t>
            </a:r>
            <a:r>
              <a:rPr sz="2400" b="1" spc="-65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TESTING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53975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-50" dirty="0"/>
              <a:pPr marL="53975">
                <a:lnSpc>
                  <a:spcPct val="100000"/>
                </a:lnSpc>
                <a:spcBef>
                  <a:spcPts val="25"/>
                </a:spcBef>
              </a:pPr>
              <a:t>10</a:t>
            </a:fld>
            <a:endParaRPr spc="-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4800" y="304799"/>
            <a:ext cx="6956425" cy="10090150"/>
          </a:xfrm>
          <a:custGeom>
            <a:avLst/>
            <a:gdLst/>
            <a:ahLst/>
            <a:cxnLst/>
            <a:rect l="l" t="t" r="r" b="b"/>
            <a:pathLst>
              <a:path w="6956425" h="10090150">
                <a:moveTo>
                  <a:pt x="6956044" y="0"/>
                </a:moveTo>
                <a:lnTo>
                  <a:pt x="6946900" y="0"/>
                </a:lnTo>
                <a:lnTo>
                  <a:pt x="6946900" y="9144"/>
                </a:lnTo>
                <a:lnTo>
                  <a:pt x="6946900" y="10080625"/>
                </a:lnTo>
                <a:lnTo>
                  <a:pt x="9144" y="10080625"/>
                </a:lnTo>
                <a:lnTo>
                  <a:pt x="9144" y="9144"/>
                </a:lnTo>
                <a:lnTo>
                  <a:pt x="6946900" y="9144"/>
                </a:lnTo>
                <a:lnTo>
                  <a:pt x="6946900" y="0"/>
                </a:lnTo>
                <a:lnTo>
                  <a:pt x="9144" y="0"/>
                </a:lnTo>
                <a:lnTo>
                  <a:pt x="6350" y="0"/>
                </a:lnTo>
                <a:lnTo>
                  <a:pt x="0" y="0"/>
                </a:lnTo>
                <a:lnTo>
                  <a:pt x="0" y="6350"/>
                </a:lnTo>
                <a:lnTo>
                  <a:pt x="0" y="9144"/>
                </a:lnTo>
                <a:lnTo>
                  <a:pt x="0" y="10080625"/>
                </a:lnTo>
                <a:lnTo>
                  <a:pt x="0" y="10089769"/>
                </a:lnTo>
                <a:lnTo>
                  <a:pt x="6350" y="10089769"/>
                </a:lnTo>
                <a:lnTo>
                  <a:pt x="9144" y="10089769"/>
                </a:lnTo>
                <a:lnTo>
                  <a:pt x="6946900" y="10089769"/>
                </a:lnTo>
                <a:lnTo>
                  <a:pt x="6956044" y="10089769"/>
                </a:lnTo>
                <a:lnTo>
                  <a:pt x="6956044" y="10080625"/>
                </a:lnTo>
                <a:lnTo>
                  <a:pt x="6956044" y="9144"/>
                </a:lnTo>
                <a:lnTo>
                  <a:pt x="6956044" y="6350"/>
                </a:lnTo>
                <a:lnTo>
                  <a:pt x="695604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1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92492" y="1010920"/>
            <a:ext cx="4641215" cy="288027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225">
              <a:lnSpc>
                <a:spcPct val="100000"/>
              </a:lnSpc>
              <a:spcBef>
                <a:spcPts val="100"/>
              </a:spcBef>
            </a:pPr>
            <a:r>
              <a:rPr sz="11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Procedure</a:t>
            </a:r>
            <a:r>
              <a:rPr sz="1100" b="1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sz="1100" b="1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  <a:r>
              <a:rPr sz="1100" b="1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Steps:</a:t>
            </a:r>
            <a:endParaRPr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925"/>
              </a:spcBef>
            </a:pPr>
            <a:endParaRPr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</a:t>
            </a:r>
            <a:r>
              <a:rPr sz="1100" b="1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sz="11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sz="11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Create</a:t>
            </a:r>
            <a:r>
              <a:rPr sz="1100" b="1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Local</a:t>
            </a:r>
            <a:r>
              <a:rPr sz="1100" b="1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Update</a:t>
            </a:r>
            <a:r>
              <a:rPr sz="1100" b="1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b="1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</a:t>
            </a:r>
            <a:endParaRPr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1030"/>
              </a:spcBef>
            </a:pPr>
            <a:endParaRPr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69900" indent="-228600">
              <a:lnSpc>
                <a:spcPct val="100000"/>
              </a:lnSpc>
              <a:buAutoNum type="arabicPeriod"/>
              <a:tabLst>
                <a:tab pos="469900" algn="l"/>
              </a:tabLst>
            </a:pP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</a:t>
            </a:r>
            <a:r>
              <a:rPr sz="11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service</a:t>
            </a:r>
            <a:r>
              <a:rPr sz="11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now.</a:t>
            </a:r>
            <a:endParaRPr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69900" indent="-228600">
              <a:lnSpc>
                <a:spcPct val="100000"/>
              </a:lnSpc>
              <a:spcBef>
                <a:spcPts val="484"/>
              </a:spcBef>
              <a:buAutoNum type="arabicPeriod"/>
              <a:tabLst>
                <a:tab pos="469900" algn="l"/>
              </a:tabLst>
            </a:pP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Click</a:t>
            </a:r>
            <a:r>
              <a:rPr sz="11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r>
              <a:rPr sz="1100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</a:t>
            </a:r>
            <a:r>
              <a:rPr sz="1100" spc="2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&gt;&gt;</a:t>
            </a:r>
            <a:r>
              <a:rPr sz="11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search</a:t>
            </a:r>
            <a:r>
              <a:rPr sz="11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sz="11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update</a:t>
            </a:r>
            <a:r>
              <a:rPr sz="11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sets</a:t>
            </a:r>
            <a:endParaRPr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69900" indent="-228600">
              <a:lnSpc>
                <a:spcPct val="100000"/>
              </a:lnSpc>
              <a:spcBef>
                <a:spcPts val="484"/>
              </a:spcBef>
              <a:buAutoNum type="arabicPeriod"/>
              <a:tabLst>
                <a:tab pos="469900" algn="l"/>
              </a:tabLst>
            </a:pP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</a:t>
            </a:r>
            <a:r>
              <a:rPr sz="11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local</a:t>
            </a:r>
            <a:r>
              <a:rPr sz="11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update</a:t>
            </a:r>
            <a:r>
              <a:rPr sz="11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sets</a:t>
            </a:r>
            <a:r>
              <a:rPr sz="11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</a:t>
            </a:r>
            <a:r>
              <a:rPr sz="11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r>
              <a:rPr sz="11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update</a:t>
            </a:r>
            <a:r>
              <a:rPr sz="11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sets</a:t>
            </a:r>
            <a:endParaRPr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69900" indent="-228600">
              <a:lnSpc>
                <a:spcPct val="100000"/>
              </a:lnSpc>
              <a:spcBef>
                <a:spcPts val="484"/>
              </a:spcBef>
              <a:buAutoNum type="arabicPeriod"/>
              <a:tabLst>
                <a:tab pos="469900" algn="l"/>
              </a:tabLst>
            </a:pP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Click</a:t>
            </a:r>
            <a:r>
              <a:rPr sz="11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r>
              <a:rPr sz="11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new</a:t>
            </a:r>
            <a:endParaRPr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69900" indent="-228600">
              <a:lnSpc>
                <a:spcPct val="100000"/>
              </a:lnSpc>
              <a:spcBef>
                <a:spcPts val="484"/>
              </a:spcBef>
              <a:buAutoNum type="arabicPeriod"/>
              <a:tabLst>
                <a:tab pos="469900" algn="l"/>
              </a:tabLst>
            </a:pP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Fill</a:t>
            </a:r>
            <a:r>
              <a:rPr sz="11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11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following</a:t>
            </a:r>
            <a:r>
              <a:rPr sz="11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details</a:t>
            </a:r>
            <a:r>
              <a:rPr sz="11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11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</a:t>
            </a:r>
            <a:r>
              <a:rPr sz="11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11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update</a:t>
            </a:r>
            <a:r>
              <a:rPr sz="11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</a:t>
            </a:r>
            <a:r>
              <a:rPr sz="11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as:</a:t>
            </a:r>
            <a:r>
              <a:rPr sz="11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“Laptop</a:t>
            </a:r>
            <a:r>
              <a:rPr sz="11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Request”</a:t>
            </a:r>
            <a:endParaRPr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69900" indent="-228600">
              <a:lnSpc>
                <a:spcPct val="100000"/>
              </a:lnSpc>
              <a:spcBef>
                <a:spcPts val="489"/>
              </a:spcBef>
              <a:buAutoNum type="arabicPeriod"/>
              <a:tabLst>
                <a:tab pos="469900" algn="l"/>
              </a:tabLst>
            </a:pP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Click</a:t>
            </a:r>
            <a:r>
              <a:rPr sz="11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r>
              <a:rPr sz="11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submit</a:t>
            </a:r>
            <a:r>
              <a:rPr sz="11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11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make</a:t>
            </a:r>
            <a:r>
              <a:rPr sz="11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</a:t>
            </a:r>
            <a:endParaRPr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69900" indent="-228600">
              <a:lnSpc>
                <a:spcPct val="100000"/>
              </a:lnSpc>
              <a:spcBef>
                <a:spcPts val="459"/>
              </a:spcBef>
              <a:buAutoNum type="arabicPeriod"/>
              <a:tabLst>
                <a:tab pos="469900" algn="l"/>
              </a:tabLst>
            </a:pP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r>
              <a:rPr sz="11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clicking</a:t>
            </a:r>
            <a:r>
              <a:rPr sz="11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r>
              <a:rPr sz="11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11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button</a:t>
            </a:r>
            <a:r>
              <a:rPr sz="11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</a:t>
            </a:r>
            <a:r>
              <a:rPr sz="11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activates</a:t>
            </a:r>
            <a:r>
              <a:rPr sz="11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11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update</a:t>
            </a:r>
            <a:r>
              <a:rPr sz="11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set.</a:t>
            </a:r>
            <a:endParaRPr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250"/>
              </a:spcBef>
            </a:pPr>
            <a:endParaRPr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</a:t>
            </a:r>
            <a:r>
              <a:rPr sz="1100" b="1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sz="1100" b="1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sz="1100" b="1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</a:t>
            </a:r>
            <a:r>
              <a:rPr sz="1100" b="1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Service</a:t>
            </a:r>
            <a:r>
              <a:rPr sz="1100" b="1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Catalog</a:t>
            </a:r>
            <a:r>
              <a:rPr sz="1100" b="1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b="1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Item</a:t>
            </a:r>
            <a:endParaRPr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684651" y="9991183"/>
            <a:ext cx="190500" cy="172483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11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endParaRPr sz="11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50010" y="4291965"/>
            <a:ext cx="139700" cy="985526"/>
          </a:xfrm>
          <a:prstGeom prst="rect">
            <a:avLst/>
          </a:prstGeom>
        </p:spPr>
        <p:txBody>
          <a:bodyPr vert="horz" wrap="square" lIns="0" tIns="361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85"/>
              </a:spcBef>
            </a:pPr>
            <a:r>
              <a:rPr sz="11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</a:t>
            </a:r>
            <a:endParaRPr sz="1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sz="11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</a:t>
            </a:r>
            <a:endParaRPr sz="1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sz="11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</a:t>
            </a:r>
            <a:endParaRPr sz="1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z="11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</a:t>
            </a:r>
            <a:endParaRPr sz="1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sz="11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</a:t>
            </a:r>
            <a:endParaRPr sz="11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50010" y="5837873"/>
            <a:ext cx="139700" cy="1821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</a:t>
            </a:r>
            <a:endParaRPr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644650" y="4237038"/>
            <a:ext cx="3437254" cy="1959254"/>
          </a:xfrm>
          <a:prstGeom prst="rect">
            <a:avLst/>
          </a:prstGeom>
        </p:spPr>
        <p:txBody>
          <a:bodyPr vert="horz" wrap="square" lIns="0" tIns="361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85"/>
              </a:spcBef>
            </a:pP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</a:t>
            </a:r>
            <a:r>
              <a:rPr sz="11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service</a:t>
            </a:r>
            <a:r>
              <a:rPr sz="11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now.</a:t>
            </a:r>
            <a:endParaRPr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Click</a:t>
            </a:r>
            <a:r>
              <a:rPr sz="11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r>
              <a:rPr sz="1100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</a:t>
            </a:r>
            <a:r>
              <a:rPr sz="1100" spc="2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&gt;&gt;</a:t>
            </a:r>
            <a:r>
              <a:rPr sz="11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service</a:t>
            </a:r>
            <a:r>
              <a:rPr sz="11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catalog</a:t>
            </a:r>
            <a:endParaRPr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marR="554990">
              <a:lnSpc>
                <a:spcPct val="111100"/>
              </a:lnSpc>
              <a:spcBef>
                <a:spcPts val="25"/>
              </a:spcBef>
            </a:pP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</a:t>
            </a:r>
            <a:r>
              <a:rPr sz="11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</a:t>
            </a:r>
            <a:r>
              <a:rPr sz="11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items</a:t>
            </a:r>
            <a:r>
              <a:rPr sz="11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</a:t>
            </a:r>
            <a:r>
              <a:rPr sz="11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catalog</a:t>
            </a:r>
            <a:r>
              <a:rPr sz="11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definitions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Click</a:t>
            </a:r>
            <a:r>
              <a:rPr sz="11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r>
              <a:rPr sz="11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New.</a:t>
            </a:r>
            <a:endParaRPr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0800" marR="175260" indent="-38735">
              <a:lnSpc>
                <a:spcPct val="112799"/>
              </a:lnSpc>
            </a:pP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Fill</a:t>
            </a:r>
            <a:r>
              <a:rPr sz="11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11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following</a:t>
            </a:r>
            <a:r>
              <a:rPr sz="11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details</a:t>
            </a:r>
            <a:r>
              <a:rPr sz="11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11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</a:t>
            </a:r>
            <a:r>
              <a:rPr sz="11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11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new</a:t>
            </a:r>
            <a:r>
              <a:rPr sz="11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catalog</a:t>
            </a:r>
            <a:r>
              <a:rPr sz="11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item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Name:</a:t>
            </a:r>
            <a:r>
              <a:rPr sz="11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Laptop</a:t>
            </a:r>
            <a:r>
              <a:rPr sz="11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Request</a:t>
            </a:r>
            <a:endParaRPr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marR="1921510">
              <a:lnSpc>
                <a:spcPts val="1630"/>
              </a:lnSpc>
              <a:spcBef>
                <a:spcPts val="55"/>
              </a:spcBef>
            </a:pP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Catalog:</a:t>
            </a:r>
            <a:r>
              <a:rPr sz="11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service</a:t>
            </a:r>
            <a:r>
              <a:rPr sz="11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Catalog Category:</a:t>
            </a:r>
            <a:r>
              <a:rPr sz="11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</a:t>
            </a:r>
            <a:endParaRPr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Short</a:t>
            </a:r>
            <a:r>
              <a:rPr sz="11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Description:</a:t>
            </a:r>
            <a:r>
              <a:rPr sz="11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</a:t>
            </a:r>
            <a:r>
              <a:rPr sz="11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</a:t>
            </a:r>
            <a:r>
              <a:rPr sz="11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item</a:t>
            </a:r>
            <a:r>
              <a:rPr sz="11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request</a:t>
            </a:r>
            <a:r>
              <a:rPr sz="11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11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new</a:t>
            </a:r>
            <a:r>
              <a:rPr sz="11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laptop</a:t>
            </a:r>
            <a:endParaRPr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Click</a:t>
            </a:r>
            <a:r>
              <a:rPr sz="11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</a:t>
            </a:r>
            <a:r>
              <a:rPr sz="11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‘SAVE’</a:t>
            </a:r>
            <a:r>
              <a:rPr sz="1100" spc="-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</a:t>
            </a:r>
            <a:r>
              <a:rPr sz="11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sz="11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sz="1100" b="1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</a:t>
            </a:r>
            <a:r>
              <a:rPr sz="1100" b="1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variables</a:t>
            </a:r>
            <a:endParaRPr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75982" y="7139781"/>
            <a:ext cx="5386070" cy="12501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Step1:</a:t>
            </a:r>
            <a:endParaRPr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105"/>
              </a:spcBef>
            </a:pPr>
            <a:endParaRPr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69900" indent="-228600">
              <a:lnSpc>
                <a:spcPct val="100000"/>
              </a:lnSpc>
              <a:buFont typeface="Arial MT"/>
              <a:buChar char="•"/>
              <a:tabLst>
                <a:tab pos="469900" algn="l"/>
              </a:tabLst>
            </a:pP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</a:t>
            </a:r>
            <a:r>
              <a:rPr sz="11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saving</a:t>
            </a:r>
            <a:r>
              <a:rPr sz="11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11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catalog</a:t>
            </a:r>
            <a:r>
              <a:rPr sz="11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item</a:t>
            </a:r>
            <a:r>
              <a:rPr sz="11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</a:t>
            </a:r>
            <a:r>
              <a:rPr sz="11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scroll</a:t>
            </a:r>
            <a:r>
              <a:rPr sz="11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down</a:t>
            </a:r>
            <a:r>
              <a:rPr sz="11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11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click</a:t>
            </a:r>
            <a:r>
              <a:rPr sz="11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r>
              <a:rPr sz="11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variable(related</a:t>
            </a:r>
            <a:r>
              <a:rPr sz="11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list)</a:t>
            </a:r>
            <a:endParaRPr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69900" indent="-228600">
              <a:lnSpc>
                <a:spcPct val="100000"/>
              </a:lnSpc>
              <a:spcBef>
                <a:spcPts val="185"/>
              </a:spcBef>
              <a:buFont typeface="Arial MT"/>
              <a:buChar char="•"/>
              <a:tabLst>
                <a:tab pos="469900" algn="l"/>
              </a:tabLst>
            </a:pP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Click</a:t>
            </a:r>
            <a:r>
              <a:rPr sz="11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r>
              <a:rPr sz="11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new</a:t>
            </a:r>
            <a:r>
              <a:rPr sz="11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11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enter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11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details</a:t>
            </a:r>
            <a:r>
              <a:rPr sz="11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</a:t>
            </a:r>
            <a:r>
              <a:rPr sz="11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below</a:t>
            </a:r>
            <a:endParaRPr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marR="3319779" lvl="1" indent="-136525">
              <a:lnSpc>
                <a:spcPct val="112799"/>
              </a:lnSpc>
              <a:spcBef>
                <a:spcPts val="1225"/>
              </a:spcBef>
              <a:buAutoNum type="arabicPeriod"/>
              <a:tabLst>
                <a:tab pos="514350" algn="l"/>
                <a:tab pos="526415" algn="l"/>
              </a:tabLst>
            </a:pP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sz="11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Variable</a:t>
            </a:r>
            <a:r>
              <a:rPr sz="11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1:Laptop</a:t>
            </a:r>
            <a:r>
              <a:rPr sz="11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Model Type:</a:t>
            </a:r>
            <a:r>
              <a:rPr sz="11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Single</a:t>
            </a:r>
            <a:r>
              <a:rPr sz="11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</a:t>
            </a:r>
            <a:r>
              <a:rPr sz="11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</a:t>
            </a:r>
            <a:endParaRPr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4800" y="304799"/>
            <a:ext cx="6956425" cy="10090150"/>
          </a:xfrm>
          <a:custGeom>
            <a:avLst/>
            <a:gdLst/>
            <a:ahLst/>
            <a:cxnLst/>
            <a:rect l="l" t="t" r="r" b="b"/>
            <a:pathLst>
              <a:path w="6956425" h="10090150">
                <a:moveTo>
                  <a:pt x="6956044" y="0"/>
                </a:moveTo>
                <a:lnTo>
                  <a:pt x="6946900" y="0"/>
                </a:lnTo>
                <a:lnTo>
                  <a:pt x="6946900" y="9144"/>
                </a:lnTo>
                <a:lnTo>
                  <a:pt x="6946900" y="10080625"/>
                </a:lnTo>
                <a:lnTo>
                  <a:pt x="9144" y="10080625"/>
                </a:lnTo>
                <a:lnTo>
                  <a:pt x="9144" y="9144"/>
                </a:lnTo>
                <a:lnTo>
                  <a:pt x="6946900" y="9144"/>
                </a:lnTo>
                <a:lnTo>
                  <a:pt x="6946900" y="0"/>
                </a:lnTo>
                <a:lnTo>
                  <a:pt x="9144" y="0"/>
                </a:lnTo>
                <a:lnTo>
                  <a:pt x="6350" y="0"/>
                </a:lnTo>
                <a:lnTo>
                  <a:pt x="0" y="0"/>
                </a:lnTo>
                <a:lnTo>
                  <a:pt x="0" y="6350"/>
                </a:lnTo>
                <a:lnTo>
                  <a:pt x="0" y="9144"/>
                </a:lnTo>
                <a:lnTo>
                  <a:pt x="0" y="10080625"/>
                </a:lnTo>
                <a:lnTo>
                  <a:pt x="0" y="10089769"/>
                </a:lnTo>
                <a:lnTo>
                  <a:pt x="6350" y="10089769"/>
                </a:lnTo>
                <a:lnTo>
                  <a:pt x="9144" y="10089769"/>
                </a:lnTo>
                <a:lnTo>
                  <a:pt x="6946900" y="10089769"/>
                </a:lnTo>
                <a:lnTo>
                  <a:pt x="6956044" y="10089769"/>
                </a:lnTo>
                <a:lnTo>
                  <a:pt x="6956044" y="10080625"/>
                </a:lnTo>
                <a:lnTo>
                  <a:pt x="6956044" y="9144"/>
                </a:lnTo>
                <a:lnTo>
                  <a:pt x="6956044" y="6350"/>
                </a:lnTo>
                <a:lnTo>
                  <a:pt x="695604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100"/>
          </a:p>
        </p:txBody>
      </p:sp>
      <p:sp>
        <p:nvSpPr>
          <p:cNvPr id="3" name="object 3"/>
          <p:cNvSpPr txBox="1"/>
          <p:nvPr/>
        </p:nvSpPr>
        <p:spPr>
          <a:xfrm>
            <a:off x="2496134" y="892556"/>
            <a:ext cx="864869" cy="1821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latin typeface="Times New Roman"/>
                <a:cs typeface="Times New Roman"/>
              </a:rPr>
              <a:t>laptop_model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xfrm>
            <a:off x="3684651" y="9991183"/>
            <a:ext cx="228600" cy="172483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1100" spc="-25" dirty="0"/>
              <a:t>11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08367" y="840486"/>
            <a:ext cx="918844" cy="42511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488950">
              <a:lnSpc>
                <a:spcPct val="128499"/>
              </a:lnSpc>
              <a:spcBef>
                <a:spcPts val="100"/>
              </a:spcBef>
            </a:pPr>
            <a:r>
              <a:rPr sz="1100" spc="-20" dirty="0">
                <a:latin typeface="Times New Roman"/>
                <a:cs typeface="Times New Roman"/>
              </a:rPr>
              <a:t>Name: </a:t>
            </a:r>
            <a:r>
              <a:rPr sz="1100" spc="-10" dirty="0">
                <a:latin typeface="Times New Roman"/>
                <a:cs typeface="Times New Roman"/>
              </a:rPr>
              <a:t>Order:100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92492" y="1469389"/>
            <a:ext cx="5050790" cy="6948184"/>
          </a:xfrm>
          <a:prstGeom prst="rect">
            <a:avLst/>
          </a:prstGeom>
        </p:spPr>
        <p:txBody>
          <a:bodyPr vert="horz" wrap="square" lIns="0" tIns="36195" rIns="0" bIns="0" rtlCol="0">
            <a:spAutoFit/>
          </a:bodyPr>
          <a:lstStyle/>
          <a:p>
            <a:pPr marL="469900" indent="-228600">
              <a:lnSpc>
                <a:spcPct val="100000"/>
              </a:lnSpc>
              <a:spcBef>
                <a:spcPts val="285"/>
              </a:spcBef>
              <a:buFont typeface="Arial MT"/>
              <a:buChar char="•"/>
              <a:tabLst>
                <a:tab pos="469900" algn="l"/>
              </a:tabLst>
            </a:pPr>
            <a:r>
              <a:rPr sz="1100" dirty="0">
                <a:latin typeface="Times New Roman"/>
                <a:cs typeface="Times New Roman"/>
              </a:rPr>
              <a:t>Click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on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submit</a:t>
            </a:r>
            <a:endParaRPr sz="1100" dirty="0">
              <a:latin typeface="Times New Roman"/>
              <a:cs typeface="Times New Roman"/>
            </a:endParaRPr>
          </a:p>
          <a:p>
            <a:pPr marL="469900" indent="-228600">
              <a:lnSpc>
                <a:spcPct val="100000"/>
              </a:lnSpc>
              <a:spcBef>
                <a:spcPts val="185"/>
              </a:spcBef>
              <a:buFont typeface="Arial MT"/>
              <a:buChar char="•"/>
              <a:tabLst>
                <a:tab pos="469900" algn="l"/>
              </a:tabLst>
            </a:pPr>
            <a:r>
              <a:rPr sz="1100" dirty="0">
                <a:latin typeface="Times New Roman"/>
                <a:cs typeface="Times New Roman"/>
              </a:rPr>
              <a:t>Again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click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on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new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add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Remaining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variables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above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process</a:t>
            </a:r>
            <a:endParaRPr sz="1100" dirty="0">
              <a:latin typeface="Times New Roman"/>
              <a:cs typeface="Times New Roman"/>
            </a:endParaRPr>
          </a:p>
          <a:p>
            <a:pPr marL="174625" indent="-152400">
              <a:lnSpc>
                <a:spcPct val="100000"/>
              </a:lnSpc>
              <a:spcBef>
                <a:spcPts val="1185"/>
              </a:spcBef>
              <a:buAutoNum type="arabicPeriod" startAt="2"/>
              <a:tabLst>
                <a:tab pos="174625" algn="l"/>
              </a:tabLst>
            </a:pPr>
            <a:r>
              <a:rPr sz="1100" spc="-25" dirty="0">
                <a:latin typeface="Times New Roman"/>
                <a:cs typeface="Times New Roman"/>
              </a:rPr>
              <a:t>Variable</a:t>
            </a:r>
            <a:r>
              <a:rPr sz="1100" spc="-10" dirty="0">
                <a:latin typeface="Times New Roman"/>
                <a:cs typeface="Times New Roman"/>
              </a:rPr>
              <a:t> 2:Justification</a:t>
            </a:r>
            <a:endParaRPr sz="1100" dirty="0">
              <a:latin typeface="Times New Roman"/>
              <a:cs typeface="Times New Roman"/>
            </a:endParaRPr>
          </a:p>
          <a:p>
            <a:pPr marL="517525" marR="3275965" indent="-3175">
              <a:lnSpc>
                <a:spcPts val="1880"/>
              </a:lnSpc>
              <a:spcBef>
                <a:spcPts val="105"/>
              </a:spcBef>
            </a:pPr>
            <a:r>
              <a:rPr sz="1100" spc="-20" dirty="0">
                <a:latin typeface="Times New Roman"/>
                <a:cs typeface="Times New Roman"/>
              </a:rPr>
              <a:t>Type:</a:t>
            </a:r>
            <a:r>
              <a:rPr sz="1100" spc="-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Multi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line</a:t>
            </a:r>
            <a:r>
              <a:rPr sz="1100" spc="-20" dirty="0">
                <a:latin typeface="Times New Roman"/>
                <a:cs typeface="Times New Roman"/>
              </a:rPr>
              <a:t> text </a:t>
            </a:r>
            <a:r>
              <a:rPr sz="1100" dirty="0">
                <a:latin typeface="Times New Roman"/>
                <a:cs typeface="Times New Roman"/>
              </a:rPr>
              <a:t>Name:</a:t>
            </a:r>
            <a:r>
              <a:rPr sz="1100" spc="-6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justification</a:t>
            </a:r>
            <a:endParaRPr sz="1100" dirty="0">
              <a:latin typeface="Times New Roman"/>
              <a:cs typeface="Times New Roman"/>
            </a:endParaRPr>
          </a:p>
          <a:p>
            <a:pPr marL="517525">
              <a:lnSpc>
                <a:spcPct val="100000"/>
              </a:lnSpc>
              <a:spcBef>
                <a:spcPts val="320"/>
              </a:spcBef>
            </a:pPr>
            <a:r>
              <a:rPr sz="1100" spc="-10" dirty="0">
                <a:latin typeface="Times New Roman"/>
                <a:cs typeface="Times New Roman"/>
              </a:rPr>
              <a:t>Order:200</a:t>
            </a:r>
            <a:endParaRPr sz="1100" dirty="0">
              <a:latin typeface="Times New Roman"/>
              <a:cs typeface="Times New Roman"/>
            </a:endParaRPr>
          </a:p>
          <a:p>
            <a:pPr marL="173990" marR="2800350" indent="-152400">
              <a:lnSpc>
                <a:spcPct val="130200"/>
              </a:lnSpc>
              <a:buAutoNum type="arabicPeriod" startAt="3"/>
              <a:tabLst>
                <a:tab pos="514350" algn="l"/>
              </a:tabLst>
            </a:pPr>
            <a:r>
              <a:rPr sz="1100" spc="-25" dirty="0">
                <a:latin typeface="Times New Roman"/>
                <a:cs typeface="Times New Roman"/>
              </a:rPr>
              <a:t>Variable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3:Additional</a:t>
            </a:r>
            <a:r>
              <a:rPr sz="1100" spc="-5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Accessories 	</a:t>
            </a:r>
            <a:r>
              <a:rPr sz="1100" spc="-20" dirty="0">
                <a:latin typeface="Times New Roman"/>
                <a:cs typeface="Times New Roman"/>
              </a:rPr>
              <a:t>Type:</a:t>
            </a:r>
            <a:r>
              <a:rPr sz="1100" spc="-4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Checkbox</a:t>
            </a:r>
            <a:endParaRPr sz="1100" dirty="0">
              <a:latin typeface="Times New Roman"/>
              <a:cs typeface="Times New Roman"/>
            </a:endParaRPr>
          </a:p>
          <a:p>
            <a:pPr marL="517525" marR="2713990">
              <a:lnSpc>
                <a:spcPct val="130300"/>
              </a:lnSpc>
              <a:spcBef>
                <a:spcPts val="25"/>
              </a:spcBef>
            </a:pPr>
            <a:r>
              <a:rPr sz="1100" dirty="0">
                <a:latin typeface="Times New Roman"/>
                <a:cs typeface="Times New Roman"/>
              </a:rPr>
              <a:t>Name:</a:t>
            </a:r>
            <a:r>
              <a:rPr sz="1100" spc="-6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additional_accessories Order:300</a:t>
            </a:r>
            <a:endParaRPr sz="1100" dirty="0">
              <a:latin typeface="Times New Roman"/>
              <a:cs typeface="Times New Roman"/>
            </a:endParaRPr>
          </a:p>
          <a:p>
            <a:pPr marL="174625" indent="-152400">
              <a:lnSpc>
                <a:spcPct val="100000"/>
              </a:lnSpc>
              <a:spcBef>
                <a:spcPts val="434"/>
              </a:spcBef>
              <a:buAutoNum type="arabicPeriod" startAt="4"/>
              <a:tabLst>
                <a:tab pos="174625" algn="l"/>
              </a:tabLst>
            </a:pPr>
            <a:r>
              <a:rPr sz="1100" spc="-25" dirty="0">
                <a:latin typeface="Times New Roman"/>
                <a:cs typeface="Times New Roman"/>
              </a:rPr>
              <a:t>Variable</a:t>
            </a:r>
            <a:r>
              <a:rPr sz="1100" spc="-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4:</a:t>
            </a:r>
            <a:r>
              <a:rPr sz="1100" spc="-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Accessories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Details</a:t>
            </a:r>
            <a:endParaRPr sz="1100" dirty="0">
              <a:latin typeface="Times New Roman"/>
              <a:cs typeface="Times New Roman"/>
            </a:endParaRPr>
          </a:p>
          <a:p>
            <a:pPr marL="508000" marR="2974340" indent="6350">
              <a:lnSpc>
                <a:spcPct val="130200"/>
              </a:lnSpc>
              <a:spcBef>
                <a:spcPts val="25"/>
              </a:spcBef>
            </a:pPr>
            <a:r>
              <a:rPr sz="1100" spc="-20" dirty="0">
                <a:latin typeface="Times New Roman"/>
                <a:cs typeface="Times New Roman"/>
              </a:rPr>
              <a:t>Type:</a:t>
            </a:r>
            <a:r>
              <a:rPr sz="1100" spc="-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Multi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line</a:t>
            </a:r>
            <a:r>
              <a:rPr sz="1100" spc="-20" dirty="0">
                <a:latin typeface="Times New Roman"/>
                <a:cs typeface="Times New Roman"/>
              </a:rPr>
              <a:t> text </a:t>
            </a:r>
            <a:r>
              <a:rPr sz="1100" spc="-10" dirty="0">
                <a:latin typeface="Times New Roman"/>
                <a:cs typeface="Times New Roman"/>
              </a:rPr>
              <a:t>Name:accessories_details</a:t>
            </a:r>
            <a:endParaRPr sz="1100" dirty="0">
              <a:latin typeface="Times New Roman"/>
              <a:cs typeface="Times New Roman"/>
            </a:endParaRPr>
          </a:p>
          <a:p>
            <a:pPr marL="19050">
              <a:lnSpc>
                <a:spcPct val="100000"/>
              </a:lnSpc>
              <a:spcBef>
                <a:spcPts val="185"/>
              </a:spcBef>
            </a:pPr>
            <a:r>
              <a:rPr sz="1100" spc="-10" dirty="0">
                <a:latin typeface="Times New Roman"/>
                <a:cs typeface="Times New Roman"/>
              </a:rPr>
              <a:t>Order:400</a:t>
            </a:r>
            <a:r>
              <a:rPr sz="1100" dirty="0">
                <a:latin typeface="Times New Roman"/>
                <a:cs typeface="Times New Roman"/>
              </a:rPr>
              <a:t> </a:t>
            </a:r>
            <a:r>
              <a:rPr sz="1100" b="1" spc="-10" dirty="0">
                <a:latin typeface="Times New Roman"/>
                <a:cs typeface="Times New Roman"/>
              </a:rPr>
              <a:t>Step2:</a:t>
            </a:r>
            <a:endParaRPr sz="11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100" dirty="0">
              <a:latin typeface="Times New Roman"/>
              <a:cs typeface="Times New Roman"/>
            </a:endParaRPr>
          </a:p>
          <a:p>
            <a:pPr marL="469900" lvl="1" indent="-228600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469900" algn="l"/>
              </a:tabLst>
            </a:pPr>
            <a:r>
              <a:rPr sz="1100" dirty="0">
                <a:latin typeface="Times New Roman"/>
                <a:cs typeface="Times New Roman"/>
              </a:rPr>
              <a:t>After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adding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above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variable</a:t>
            </a:r>
            <a:r>
              <a:rPr sz="1100" spc="-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which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are</a:t>
            </a:r>
            <a:r>
              <a:rPr sz="1100" spc="-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added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newly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created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catalog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spc="-20" dirty="0">
                <a:latin typeface="Times New Roman"/>
                <a:cs typeface="Times New Roman"/>
              </a:rPr>
              <a:t>item</a:t>
            </a:r>
            <a:endParaRPr sz="1100" dirty="0">
              <a:latin typeface="Times New Roman"/>
              <a:cs typeface="Times New Roman"/>
            </a:endParaRPr>
          </a:p>
          <a:p>
            <a:pPr marL="469900" lvl="1" indent="-228600">
              <a:lnSpc>
                <a:spcPct val="100000"/>
              </a:lnSpc>
              <a:spcBef>
                <a:spcPts val="185"/>
              </a:spcBef>
              <a:buFont typeface="Arial MT"/>
              <a:buChar char="•"/>
              <a:tabLst>
                <a:tab pos="469900" algn="l"/>
              </a:tabLst>
            </a:pPr>
            <a:r>
              <a:rPr sz="1100" dirty="0">
                <a:latin typeface="Times New Roman"/>
                <a:cs typeface="Times New Roman"/>
              </a:rPr>
              <a:t>Then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save</a:t>
            </a:r>
            <a:r>
              <a:rPr sz="1100" spc="-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-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catalog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item</a:t>
            </a:r>
            <a:r>
              <a:rPr sz="1100" spc="-40" dirty="0">
                <a:latin typeface="Times New Roman"/>
                <a:cs typeface="Times New Roman"/>
              </a:rPr>
              <a:t> </a:t>
            </a:r>
            <a:r>
              <a:rPr sz="1100" spc="-20" dirty="0">
                <a:latin typeface="Times New Roman"/>
                <a:cs typeface="Times New Roman"/>
              </a:rPr>
              <a:t>form</a:t>
            </a:r>
            <a:endParaRPr sz="11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35"/>
              </a:spcBef>
            </a:pPr>
            <a:r>
              <a:rPr sz="1100" b="1" dirty="0">
                <a:latin typeface="Times New Roman"/>
                <a:cs typeface="Times New Roman"/>
              </a:rPr>
              <a:t>Phase</a:t>
            </a:r>
            <a:r>
              <a:rPr sz="1100" b="1" spc="-2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4</a:t>
            </a:r>
            <a:r>
              <a:rPr sz="1100" b="1" spc="-1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:</a:t>
            </a:r>
            <a:r>
              <a:rPr sz="1100" b="1" spc="-10" dirty="0">
                <a:latin typeface="Times New Roman"/>
                <a:cs typeface="Times New Roman"/>
              </a:rPr>
              <a:t> Create</a:t>
            </a:r>
            <a:r>
              <a:rPr sz="1100" b="1" spc="-2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Catalog</a:t>
            </a:r>
            <a:r>
              <a:rPr sz="1100" b="1" spc="-1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Ui</a:t>
            </a:r>
            <a:r>
              <a:rPr sz="1100" b="1" spc="-15" dirty="0">
                <a:latin typeface="Times New Roman"/>
                <a:cs typeface="Times New Roman"/>
              </a:rPr>
              <a:t> </a:t>
            </a:r>
            <a:r>
              <a:rPr sz="1100" b="1" spc="-10" dirty="0">
                <a:latin typeface="Times New Roman"/>
                <a:cs typeface="Times New Roman"/>
              </a:rPr>
              <a:t>policies</a:t>
            </a:r>
            <a:endParaRPr sz="11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5"/>
              </a:spcBef>
            </a:pPr>
            <a:endParaRPr sz="1100" dirty="0">
              <a:latin typeface="Times New Roman"/>
              <a:cs typeface="Times New Roman"/>
            </a:endParaRPr>
          </a:p>
          <a:p>
            <a:pPr marL="469900" indent="-228600">
              <a:lnSpc>
                <a:spcPct val="100000"/>
              </a:lnSpc>
              <a:buAutoNum type="arabicPeriod"/>
              <a:tabLst>
                <a:tab pos="469900" algn="l"/>
              </a:tabLst>
            </a:pPr>
            <a:r>
              <a:rPr sz="1100" dirty="0">
                <a:latin typeface="Times New Roman"/>
                <a:cs typeface="Times New Roman"/>
              </a:rPr>
              <a:t>Click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on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all&gt;&gt;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search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service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catalog</a:t>
            </a:r>
            <a:endParaRPr sz="1100" dirty="0">
              <a:latin typeface="Times New Roman"/>
              <a:cs typeface="Times New Roman"/>
            </a:endParaRPr>
          </a:p>
          <a:p>
            <a:pPr marL="469900" indent="-228600">
              <a:lnSpc>
                <a:spcPct val="100000"/>
              </a:lnSpc>
              <a:spcBef>
                <a:spcPts val="185"/>
              </a:spcBef>
              <a:buAutoNum type="arabicPeriod"/>
              <a:tabLst>
                <a:tab pos="469900" algn="l"/>
              </a:tabLst>
            </a:pPr>
            <a:r>
              <a:rPr sz="1100" dirty="0">
                <a:latin typeface="Times New Roman"/>
                <a:cs typeface="Times New Roman"/>
              </a:rPr>
              <a:t>Select</a:t>
            </a:r>
            <a:r>
              <a:rPr sz="1100" spc="-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maintain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item</a:t>
            </a:r>
            <a:r>
              <a:rPr sz="1100" spc="-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under</a:t>
            </a:r>
            <a:r>
              <a:rPr sz="1100" spc="-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catalog</a:t>
            </a:r>
            <a:r>
              <a:rPr sz="1100" spc="-5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definition</a:t>
            </a:r>
            <a:endParaRPr sz="1100" dirty="0">
              <a:latin typeface="Times New Roman"/>
              <a:cs typeface="Times New Roman"/>
            </a:endParaRPr>
          </a:p>
          <a:p>
            <a:pPr marL="469900" indent="-228600">
              <a:lnSpc>
                <a:spcPct val="100000"/>
              </a:lnSpc>
              <a:spcBef>
                <a:spcPts val="160"/>
              </a:spcBef>
              <a:buAutoNum type="arabicPeriod"/>
              <a:tabLst>
                <a:tab pos="469900" algn="l"/>
              </a:tabLst>
            </a:pPr>
            <a:r>
              <a:rPr sz="1100" dirty="0">
                <a:latin typeface="Times New Roman"/>
                <a:cs typeface="Times New Roman"/>
              </a:rPr>
              <a:t>Search</a:t>
            </a:r>
            <a:r>
              <a:rPr sz="1100" spc="-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‘laptop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request’</a:t>
            </a:r>
            <a:r>
              <a:rPr sz="1100" spc="-1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which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is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created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before</a:t>
            </a:r>
            <a:endParaRPr sz="1100" dirty="0">
              <a:latin typeface="Times New Roman"/>
              <a:cs typeface="Times New Roman"/>
            </a:endParaRPr>
          </a:p>
          <a:p>
            <a:pPr marL="469900" indent="-228600">
              <a:lnSpc>
                <a:spcPct val="100000"/>
              </a:lnSpc>
              <a:spcBef>
                <a:spcPts val="185"/>
              </a:spcBef>
              <a:buAutoNum type="arabicPeriod"/>
              <a:tabLst>
                <a:tab pos="469900" algn="l"/>
              </a:tabLst>
            </a:pPr>
            <a:r>
              <a:rPr sz="1100" dirty="0">
                <a:latin typeface="Times New Roman"/>
                <a:cs typeface="Times New Roman"/>
              </a:rPr>
              <a:t>Select</a:t>
            </a:r>
            <a:r>
              <a:rPr sz="1100" spc="-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‘laptop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request’</a:t>
            </a:r>
            <a:r>
              <a:rPr sz="1100" spc="-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scroll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down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click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on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“Catalog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Ui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policies”</a:t>
            </a:r>
            <a:endParaRPr sz="1100" dirty="0">
              <a:latin typeface="Times New Roman"/>
              <a:cs typeface="Times New Roman"/>
            </a:endParaRPr>
          </a:p>
          <a:p>
            <a:pPr marL="469900" indent="-228600">
              <a:lnSpc>
                <a:spcPct val="100000"/>
              </a:lnSpc>
              <a:spcBef>
                <a:spcPts val="185"/>
              </a:spcBef>
              <a:buAutoNum type="arabicPeriod"/>
              <a:tabLst>
                <a:tab pos="469900" algn="l"/>
              </a:tabLst>
            </a:pP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-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catalog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ui</a:t>
            </a:r>
            <a:r>
              <a:rPr sz="1100" spc="-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policies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related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list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tab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click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on</a:t>
            </a:r>
            <a:r>
              <a:rPr sz="1100" spc="-25" dirty="0">
                <a:latin typeface="Times New Roman"/>
                <a:cs typeface="Times New Roman"/>
              </a:rPr>
              <a:t> new</a:t>
            </a:r>
            <a:endParaRPr sz="1100" dirty="0">
              <a:latin typeface="Times New Roman"/>
              <a:cs typeface="Times New Roman"/>
            </a:endParaRPr>
          </a:p>
          <a:p>
            <a:pPr marL="469900" indent="-228600">
              <a:lnSpc>
                <a:spcPct val="100000"/>
              </a:lnSpc>
              <a:spcBef>
                <a:spcPts val="190"/>
              </a:spcBef>
              <a:buAutoNum type="arabicPeriod"/>
              <a:tabLst>
                <a:tab pos="469900" algn="l"/>
              </a:tabLst>
            </a:pPr>
            <a:r>
              <a:rPr sz="1100" dirty="0">
                <a:latin typeface="Times New Roman"/>
                <a:cs typeface="Times New Roman"/>
              </a:rPr>
              <a:t>Give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short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description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as: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show</a:t>
            </a:r>
            <a:r>
              <a:rPr sz="1100" spc="-10" dirty="0">
                <a:latin typeface="Times New Roman"/>
                <a:cs typeface="Times New Roman"/>
              </a:rPr>
              <a:t> accessories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details</a:t>
            </a:r>
            <a:endParaRPr sz="1100" dirty="0">
              <a:latin typeface="Times New Roman"/>
              <a:cs typeface="Times New Roman"/>
            </a:endParaRPr>
          </a:p>
          <a:p>
            <a:pPr marL="469900" indent="-228600">
              <a:lnSpc>
                <a:spcPct val="100000"/>
              </a:lnSpc>
              <a:spcBef>
                <a:spcPts val="185"/>
              </a:spcBef>
              <a:buAutoNum type="arabicPeriod"/>
              <a:tabLst>
                <a:tab pos="469900" algn="l"/>
              </a:tabLst>
            </a:pPr>
            <a:r>
              <a:rPr sz="1100" dirty="0">
                <a:latin typeface="Times New Roman"/>
                <a:cs typeface="Times New Roman"/>
              </a:rPr>
              <a:t>Set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Catalog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Condition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related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list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tab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‘when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apply’</a:t>
            </a:r>
            <a:endParaRPr sz="11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80"/>
              </a:spcBef>
              <a:buFont typeface="Times New Roman"/>
              <a:buAutoNum type="arabicPeriod"/>
            </a:pPr>
            <a:endParaRPr sz="1100" dirty="0">
              <a:latin typeface="Times New Roman"/>
              <a:cs typeface="Times New Roman"/>
            </a:endParaRPr>
          </a:p>
          <a:p>
            <a:pPr marR="268605" algn="ctr">
              <a:lnSpc>
                <a:spcPct val="100000"/>
              </a:lnSpc>
            </a:pPr>
            <a:r>
              <a:rPr sz="1100" dirty="0">
                <a:latin typeface="Times New Roman"/>
                <a:cs typeface="Times New Roman"/>
              </a:rPr>
              <a:t>[field: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additional_</a:t>
            </a:r>
            <a:r>
              <a:rPr sz="1100" spc="-10" dirty="0">
                <a:latin typeface="Times New Roman"/>
                <a:cs typeface="Times New Roman"/>
              </a:rPr>
              <a:t> accessories,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operator: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is,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value:</a:t>
            </a:r>
            <a:r>
              <a:rPr sz="1100" spc="-4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true]</a:t>
            </a:r>
            <a:endParaRPr sz="11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100" dirty="0">
              <a:latin typeface="Times New Roman"/>
              <a:cs typeface="Times New Roman"/>
            </a:endParaRPr>
          </a:p>
          <a:p>
            <a:pPr marL="469900" indent="-228600">
              <a:lnSpc>
                <a:spcPct val="100000"/>
              </a:lnSpc>
              <a:buAutoNum type="arabicPeriod" startAt="8"/>
              <a:tabLst>
                <a:tab pos="469900" algn="l"/>
              </a:tabLst>
            </a:pPr>
            <a:r>
              <a:rPr sz="1100" dirty="0">
                <a:latin typeface="Times New Roman"/>
                <a:cs typeface="Times New Roman"/>
              </a:rPr>
              <a:t>Click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on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save</a:t>
            </a:r>
            <a:r>
              <a:rPr sz="1100" dirty="0">
                <a:latin typeface="Times New Roman"/>
                <a:cs typeface="Times New Roman"/>
              </a:rPr>
              <a:t>.(do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not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click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on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submit)</a:t>
            </a:r>
            <a:endParaRPr sz="1100" dirty="0">
              <a:latin typeface="Times New Roman"/>
              <a:cs typeface="Times New Roman"/>
            </a:endParaRPr>
          </a:p>
          <a:p>
            <a:pPr marL="469900" indent="-228600">
              <a:lnSpc>
                <a:spcPct val="100000"/>
              </a:lnSpc>
              <a:spcBef>
                <a:spcPts val="160"/>
              </a:spcBef>
              <a:buAutoNum type="arabicPeriod" startAt="8"/>
              <a:tabLst>
                <a:tab pos="469900" algn="l"/>
              </a:tabLst>
            </a:pPr>
            <a:r>
              <a:rPr sz="1100" dirty="0">
                <a:latin typeface="Times New Roman"/>
                <a:cs typeface="Times New Roman"/>
              </a:rPr>
              <a:t>Scroll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down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select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‘catalog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ui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action’</a:t>
            </a:r>
            <a:endParaRPr sz="1100" dirty="0">
              <a:latin typeface="Times New Roman"/>
              <a:cs typeface="Times New Roman"/>
            </a:endParaRPr>
          </a:p>
          <a:p>
            <a:pPr marL="469900" indent="-228600">
              <a:lnSpc>
                <a:spcPct val="100000"/>
              </a:lnSpc>
              <a:spcBef>
                <a:spcPts val="185"/>
              </a:spcBef>
              <a:buAutoNum type="arabicPeriod" startAt="8"/>
              <a:tabLst>
                <a:tab pos="469900" algn="l"/>
              </a:tabLst>
            </a:pPr>
            <a:r>
              <a:rPr sz="1100" dirty="0">
                <a:latin typeface="Times New Roman"/>
                <a:cs typeface="Times New Roman"/>
              </a:rPr>
              <a:t>Then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click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on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new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button</a:t>
            </a:r>
            <a:endParaRPr sz="1100" dirty="0">
              <a:latin typeface="Times New Roman"/>
              <a:cs typeface="Times New Roman"/>
            </a:endParaRPr>
          </a:p>
          <a:p>
            <a:pPr marL="469900" indent="-228600">
              <a:lnSpc>
                <a:spcPct val="100000"/>
              </a:lnSpc>
              <a:spcBef>
                <a:spcPts val="210"/>
              </a:spcBef>
              <a:buAutoNum type="arabicPeriod" startAt="8"/>
              <a:tabLst>
                <a:tab pos="469900" algn="l"/>
              </a:tabLst>
            </a:pPr>
            <a:r>
              <a:rPr sz="1100" dirty="0">
                <a:latin typeface="Times New Roman"/>
                <a:cs typeface="Times New Roman"/>
              </a:rPr>
              <a:t>Select</a:t>
            </a:r>
            <a:r>
              <a:rPr sz="1100" spc="-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variable</a:t>
            </a:r>
            <a:r>
              <a:rPr sz="1100" spc="-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name</a:t>
            </a:r>
            <a:r>
              <a:rPr sz="1100" spc="-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as:</a:t>
            </a:r>
            <a:r>
              <a:rPr sz="1100" spc="-4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accessories_details</a:t>
            </a:r>
            <a:endParaRPr sz="110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344288" y="9242170"/>
            <a:ext cx="309245" cy="1821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20" dirty="0">
                <a:latin typeface="Times New Roman"/>
                <a:cs typeface="Times New Roman"/>
              </a:rPr>
              <a:t>True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65885" y="8948039"/>
            <a:ext cx="1788160" cy="67351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68350" marR="5080" indent="381000">
              <a:lnSpc>
                <a:spcPct val="130400"/>
              </a:lnSpc>
              <a:spcBef>
                <a:spcPts val="100"/>
              </a:spcBef>
            </a:pPr>
            <a:r>
              <a:rPr sz="1100" spc="-10" dirty="0">
                <a:latin typeface="Times New Roman"/>
                <a:cs typeface="Times New Roman"/>
              </a:rPr>
              <a:t>Order:100 Mandatory: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sz="1100" spc="-10" dirty="0">
                <a:latin typeface="Times New Roman"/>
                <a:cs typeface="Times New Roman"/>
              </a:rPr>
              <a:t>Visible</a:t>
            </a:r>
            <a:r>
              <a:rPr sz="1100" spc="-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:</a:t>
            </a:r>
            <a:r>
              <a:rPr sz="1100" spc="-60" dirty="0">
                <a:latin typeface="Times New Roman"/>
                <a:cs typeface="Times New Roman"/>
              </a:rPr>
              <a:t> </a:t>
            </a:r>
            <a:r>
              <a:rPr sz="1100" spc="-20" dirty="0">
                <a:latin typeface="Times New Roman"/>
                <a:cs typeface="Times New Roman"/>
              </a:rPr>
              <a:t>True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4800" y="304799"/>
            <a:ext cx="6956425" cy="10090150"/>
          </a:xfrm>
          <a:custGeom>
            <a:avLst/>
            <a:gdLst/>
            <a:ahLst/>
            <a:cxnLst/>
            <a:rect l="l" t="t" r="r" b="b"/>
            <a:pathLst>
              <a:path w="6956425" h="10090150">
                <a:moveTo>
                  <a:pt x="6956044" y="0"/>
                </a:moveTo>
                <a:lnTo>
                  <a:pt x="6946900" y="0"/>
                </a:lnTo>
                <a:lnTo>
                  <a:pt x="6946900" y="9144"/>
                </a:lnTo>
                <a:lnTo>
                  <a:pt x="6946900" y="10080625"/>
                </a:lnTo>
                <a:lnTo>
                  <a:pt x="9144" y="10080625"/>
                </a:lnTo>
                <a:lnTo>
                  <a:pt x="9144" y="9144"/>
                </a:lnTo>
                <a:lnTo>
                  <a:pt x="6946900" y="9144"/>
                </a:lnTo>
                <a:lnTo>
                  <a:pt x="6946900" y="0"/>
                </a:lnTo>
                <a:lnTo>
                  <a:pt x="9144" y="0"/>
                </a:lnTo>
                <a:lnTo>
                  <a:pt x="6350" y="0"/>
                </a:lnTo>
                <a:lnTo>
                  <a:pt x="0" y="0"/>
                </a:lnTo>
                <a:lnTo>
                  <a:pt x="0" y="6350"/>
                </a:lnTo>
                <a:lnTo>
                  <a:pt x="0" y="9144"/>
                </a:lnTo>
                <a:lnTo>
                  <a:pt x="0" y="10080625"/>
                </a:lnTo>
                <a:lnTo>
                  <a:pt x="0" y="10089769"/>
                </a:lnTo>
                <a:lnTo>
                  <a:pt x="6350" y="10089769"/>
                </a:lnTo>
                <a:lnTo>
                  <a:pt x="9144" y="10089769"/>
                </a:lnTo>
                <a:lnTo>
                  <a:pt x="6946900" y="10089769"/>
                </a:lnTo>
                <a:lnTo>
                  <a:pt x="6956044" y="10089769"/>
                </a:lnTo>
                <a:lnTo>
                  <a:pt x="6956044" y="10080625"/>
                </a:lnTo>
                <a:lnTo>
                  <a:pt x="6956044" y="9144"/>
                </a:lnTo>
                <a:lnTo>
                  <a:pt x="6956044" y="6350"/>
                </a:lnTo>
                <a:lnTo>
                  <a:pt x="695604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1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92492" y="1227582"/>
            <a:ext cx="4784725" cy="2979021"/>
          </a:xfrm>
          <a:prstGeom prst="rect">
            <a:avLst/>
          </a:prstGeom>
        </p:spPr>
        <p:txBody>
          <a:bodyPr vert="horz" wrap="square" lIns="0" tIns="39370" rIns="0" bIns="0" rtlCol="0">
            <a:spAutoFit/>
          </a:bodyPr>
          <a:lstStyle/>
          <a:p>
            <a:pPr marL="241300">
              <a:lnSpc>
                <a:spcPct val="100000"/>
              </a:lnSpc>
              <a:spcBef>
                <a:spcPts val="310"/>
              </a:spcBef>
            </a:pP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12.</a:t>
            </a:r>
            <a:r>
              <a:rPr sz="11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Click</a:t>
            </a:r>
            <a:r>
              <a:rPr sz="11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r>
              <a:rPr sz="11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save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11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again</a:t>
            </a:r>
            <a:r>
              <a:rPr sz="11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click</a:t>
            </a:r>
            <a:r>
              <a:rPr sz="11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save</a:t>
            </a:r>
            <a:r>
              <a:rPr sz="11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button</a:t>
            </a:r>
            <a:r>
              <a:rPr sz="11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11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catalog</a:t>
            </a:r>
            <a:r>
              <a:rPr sz="11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ui</a:t>
            </a:r>
            <a:r>
              <a:rPr sz="11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policy</a:t>
            </a:r>
            <a:r>
              <a:rPr sz="11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</a:t>
            </a:r>
            <a:endParaRPr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00000"/>
              </a:lnSpc>
              <a:spcBef>
                <a:spcPts val="210"/>
              </a:spcBef>
            </a:pPr>
            <a:r>
              <a:rPr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</a:t>
            </a:r>
            <a:r>
              <a:rPr sz="1100" b="1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sz="11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sz="11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</a:t>
            </a:r>
            <a:r>
              <a:rPr sz="1100" b="1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ui</a:t>
            </a:r>
            <a:r>
              <a:rPr sz="1100" b="1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action</a:t>
            </a:r>
            <a:endParaRPr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505"/>
              </a:spcBef>
            </a:pPr>
            <a:endParaRPr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69900" indent="-228600">
              <a:lnSpc>
                <a:spcPct val="100000"/>
              </a:lnSpc>
              <a:spcBef>
                <a:spcPts val="5"/>
              </a:spcBef>
              <a:buAutoNum type="arabicPeriod"/>
              <a:tabLst>
                <a:tab pos="469900" algn="l"/>
              </a:tabLst>
            </a:pP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</a:t>
            </a:r>
            <a:r>
              <a:rPr sz="11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service</a:t>
            </a:r>
            <a:r>
              <a:rPr sz="11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now.</a:t>
            </a:r>
            <a:endParaRPr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69900" indent="-228600">
              <a:lnSpc>
                <a:spcPct val="100000"/>
              </a:lnSpc>
              <a:spcBef>
                <a:spcPts val="185"/>
              </a:spcBef>
              <a:buAutoNum type="arabicPeriod"/>
              <a:tabLst>
                <a:tab pos="469900" algn="l"/>
              </a:tabLst>
            </a:pP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Click</a:t>
            </a:r>
            <a:r>
              <a:rPr sz="11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r>
              <a:rPr sz="1100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</a:t>
            </a:r>
            <a:r>
              <a:rPr sz="1100" spc="2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&gt;&gt;</a:t>
            </a:r>
            <a:r>
              <a:rPr sz="11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search</a:t>
            </a:r>
            <a:r>
              <a:rPr sz="11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ui</a:t>
            </a:r>
            <a:r>
              <a:rPr sz="11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action</a:t>
            </a:r>
            <a:endParaRPr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69900" indent="-228600">
              <a:lnSpc>
                <a:spcPct val="100000"/>
              </a:lnSpc>
              <a:spcBef>
                <a:spcPts val="185"/>
              </a:spcBef>
              <a:buAutoNum type="arabicPeriod"/>
              <a:tabLst>
                <a:tab pos="469900" algn="l"/>
              </a:tabLst>
            </a:pP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</a:t>
            </a:r>
            <a:r>
              <a:rPr sz="11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ui</a:t>
            </a:r>
            <a:r>
              <a:rPr sz="11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actions</a:t>
            </a:r>
            <a:r>
              <a:rPr sz="11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</a:t>
            </a:r>
            <a:r>
              <a:rPr sz="11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r>
              <a:rPr sz="11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definition</a:t>
            </a:r>
            <a:endParaRPr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69900" indent="-228600">
              <a:lnSpc>
                <a:spcPct val="100000"/>
              </a:lnSpc>
              <a:spcBef>
                <a:spcPts val="160"/>
              </a:spcBef>
              <a:buAutoNum type="arabicPeriod"/>
              <a:tabLst>
                <a:tab pos="469900" algn="l"/>
              </a:tabLst>
            </a:pP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Click</a:t>
            </a:r>
            <a:r>
              <a:rPr sz="11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r>
              <a:rPr sz="11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new</a:t>
            </a:r>
            <a:endParaRPr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69900" indent="-228600">
              <a:lnSpc>
                <a:spcPct val="100000"/>
              </a:lnSpc>
              <a:spcBef>
                <a:spcPts val="210"/>
              </a:spcBef>
              <a:buAutoNum type="arabicPeriod"/>
              <a:tabLst>
                <a:tab pos="469900" algn="l"/>
              </a:tabLst>
            </a:pP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Fill</a:t>
            </a:r>
            <a:r>
              <a:rPr sz="11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11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following</a:t>
            </a:r>
            <a:r>
              <a:rPr sz="11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details</a:t>
            </a:r>
            <a:r>
              <a:rPr sz="11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11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</a:t>
            </a:r>
            <a:r>
              <a:rPr sz="11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ui</a:t>
            </a:r>
            <a:r>
              <a:rPr sz="11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action</a:t>
            </a:r>
            <a:endParaRPr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55625" marR="2453005" indent="-3175">
              <a:lnSpc>
                <a:spcPct val="197900"/>
              </a:lnSpc>
              <a:spcBef>
                <a:spcPts val="225"/>
              </a:spcBef>
            </a:pPr>
            <a:r>
              <a:rPr sz="11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Table:</a:t>
            </a:r>
            <a:r>
              <a:rPr sz="11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shopping</a:t>
            </a:r>
            <a:r>
              <a:rPr sz="11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cart(sc_cart) Order:100</a:t>
            </a:r>
            <a:endParaRPr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93725" marR="2658110" indent="-47625">
              <a:lnSpc>
                <a:spcPts val="2880"/>
              </a:lnSpc>
              <a:spcBef>
                <a:spcPts val="110"/>
              </a:spcBef>
            </a:pP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Action</a:t>
            </a:r>
            <a:r>
              <a:rPr sz="11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name:</a:t>
            </a:r>
            <a:r>
              <a:rPr sz="1100" spc="2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Reset</a:t>
            </a:r>
            <a:r>
              <a:rPr sz="11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Client</a:t>
            </a:r>
            <a:r>
              <a:rPr sz="11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checked</a:t>
            </a:r>
            <a:r>
              <a:rPr sz="11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Script:</a:t>
            </a:r>
            <a:endParaRPr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xfrm>
            <a:off x="3684651" y="9991183"/>
            <a:ext cx="228600" cy="172483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11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490976" y="4535170"/>
            <a:ext cx="1922145" cy="47961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g_form.clearForm();</a:t>
            </a:r>
            <a:r>
              <a:rPr sz="1100" spc="2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25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</a:t>
            </a:r>
            <a:endParaRPr sz="1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10160" algn="r">
              <a:lnSpc>
                <a:spcPct val="100000"/>
              </a:lnSpc>
              <a:spcBef>
                <a:spcPts val="965"/>
              </a:spcBef>
            </a:pP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alert(</a:t>
            </a:r>
            <a:r>
              <a:rPr sz="1100" dirty="0">
                <a:solidFill>
                  <a:srgbClr val="A215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"The</a:t>
            </a:r>
            <a:r>
              <a:rPr sz="1100" spc="-110" dirty="0">
                <a:solidFill>
                  <a:srgbClr val="A215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solidFill>
                  <a:srgbClr val="A215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form</a:t>
            </a:r>
            <a:r>
              <a:rPr sz="1100" spc="-85" dirty="0">
                <a:solidFill>
                  <a:srgbClr val="A215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solidFill>
                  <a:srgbClr val="A215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has</a:t>
            </a:r>
            <a:r>
              <a:rPr sz="1100" spc="-85" dirty="0">
                <a:solidFill>
                  <a:srgbClr val="A215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20" dirty="0">
                <a:solidFill>
                  <a:srgbClr val="A215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been</a:t>
            </a:r>
            <a:endParaRPr sz="11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92492" y="4535170"/>
            <a:ext cx="2307590" cy="76302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02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function</a:t>
            </a:r>
            <a:r>
              <a:rPr sz="1100" spc="29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resetForm()</a:t>
            </a:r>
            <a:r>
              <a:rPr sz="1100" spc="2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sz="1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9050" marR="5080">
              <a:lnSpc>
                <a:spcPct val="174600"/>
              </a:lnSpc>
              <a:spcBef>
                <a:spcPts val="25"/>
              </a:spcBef>
            </a:pPr>
            <a:r>
              <a:rPr sz="1100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Clears</a:t>
            </a:r>
            <a:r>
              <a:rPr sz="1100" spc="-90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all</a:t>
            </a:r>
            <a:r>
              <a:rPr sz="1100" spc="-90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fields</a:t>
            </a:r>
            <a:r>
              <a:rPr sz="1100" spc="-90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sz="1100" spc="-90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1100" spc="-90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20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form </a:t>
            </a:r>
            <a:r>
              <a:rPr sz="1100" spc="-10" dirty="0">
                <a:solidFill>
                  <a:srgbClr val="A215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reset."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sz="1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00000"/>
              </a:lnSpc>
              <a:spcBef>
                <a:spcPts val="940"/>
              </a:spcBef>
            </a:pPr>
            <a:r>
              <a:rPr sz="11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sz="11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92492" y="6040754"/>
            <a:ext cx="5763260" cy="322383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</a:t>
            </a:r>
            <a:r>
              <a:rPr sz="1100" spc="1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Click</a:t>
            </a:r>
            <a:r>
              <a:rPr sz="11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save</a:t>
            </a:r>
            <a:endParaRPr sz="1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00000"/>
              </a:lnSpc>
              <a:spcBef>
                <a:spcPts val="1185"/>
              </a:spcBef>
            </a:pPr>
            <a:r>
              <a:rPr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</a:t>
            </a:r>
            <a:r>
              <a:rPr sz="1100" b="1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sz="1100" b="1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sz="1100" b="1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Exporting</a:t>
            </a:r>
            <a:r>
              <a:rPr sz="1100" b="1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changes</a:t>
            </a:r>
            <a:r>
              <a:rPr sz="1100" b="1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1100" b="1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another</a:t>
            </a:r>
            <a:r>
              <a:rPr sz="1100" b="1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instances</a:t>
            </a:r>
            <a:endParaRPr sz="1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505"/>
              </a:spcBef>
            </a:pPr>
            <a:endParaRPr sz="1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69900" indent="-228600">
              <a:lnSpc>
                <a:spcPct val="100000"/>
              </a:lnSpc>
              <a:buAutoNum type="arabicPeriod"/>
              <a:tabLst>
                <a:tab pos="469900" algn="l"/>
              </a:tabLst>
            </a:pP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Click</a:t>
            </a:r>
            <a:r>
              <a:rPr sz="11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r>
              <a:rPr sz="1100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</a:t>
            </a:r>
            <a:r>
              <a:rPr sz="1100" spc="2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&gt;&gt;</a:t>
            </a:r>
            <a:r>
              <a:rPr sz="11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search</a:t>
            </a:r>
            <a:r>
              <a:rPr sz="11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sz="11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update</a:t>
            </a:r>
            <a:r>
              <a:rPr sz="11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sets</a:t>
            </a:r>
            <a:endParaRPr sz="1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69900" indent="-228600">
              <a:lnSpc>
                <a:spcPct val="100000"/>
              </a:lnSpc>
              <a:spcBef>
                <a:spcPts val="185"/>
              </a:spcBef>
              <a:buAutoNum type="arabicPeriod"/>
              <a:tabLst>
                <a:tab pos="469900" algn="l"/>
              </a:tabLst>
            </a:pP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</a:t>
            </a:r>
            <a:r>
              <a:rPr sz="11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local</a:t>
            </a:r>
            <a:r>
              <a:rPr sz="11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update</a:t>
            </a:r>
            <a:r>
              <a:rPr sz="11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</a:t>
            </a:r>
            <a:endParaRPr sz="1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69900" indent="-228600">
              <a:lnSpc>
                <a:spcPct val="100000"/>
              </a:lnSpc>
              <a:spcBef>
                <a:spcPts val="160"/>
              </a:spcBef>
              <a:buAutoNum type="arabicPeriod"/>
              <a:tabLst>
                <a:tab pos="469900" algn="l"/>
              </a:tabLst>
            </a:pP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</a:t>
            </a:r>
            <a:r>
              <a:rPr sz="11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created</a:t>
            </a:r>
            <a:r>
              <a:rPr sz="11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update</a:t>
            </a:r>
            <a:r>
              <a:rPr sz="11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</a:t>
            </a:r>
            <a:r>
              <a:rPr sz="11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i.e.</a:t>
            </a:r>
            <a:r>
              <a:rPr sz="11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‘Laptop</a:t>
            </a:r>
            <a:r>
              <a:rPr sz="11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Request</a:t>
            </a:r>
            <a:r>
              <a:rPr sz="11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Project’</a:t>
            </a:r>
            <a:endParaRPr sz="1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69900" indent="-228600">
              <a:lnSpc>
                <a:spcPct val="100000"/>
              </a:lnSpc>
              <a:spcBef>
                <a:spcPts val="185"/>
              </a:spcBef>
              <a:buAutoNum type="arabicPeriod"/>
              <a:tabLst>
                <a:tab pos="469900" algn="l"/>
              </a:tabLst>
            </a:pP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</a:t>
            </a:r>
            <a:r>
              <a:rPr sz="11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11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</a:t>
            </a:r>
            <a:r>
              <a:rPr sz="11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11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‘Complete’</a:t>
            </a:r>
            <a:endParaRPr sz="1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69900" marR="5080" indent="-228600">
              <a:lnSpc>
                <a:spcPct val="109400"/>
              </a:lnSpc>
              <a:spcBef>
                <a:spcPts val="50"/>
              </a:spcBef>
              <a:buAutoNum type="arabicPeriod"/>
              <a:tabLst>
                <a:tab pos="469900" algn="l"/>
              </a:tabLst>
            </a:pP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sz="1100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1100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related</a:t>
            </a:r>
            <a:r>
              <a:rPr sz="1100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list</a:t>
            </a:r>
            <a:r>
              <a:rPr sz="1100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Update</a:t>
            </a:r>
            <a:r>
              <a:rPr sz="1100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tab,</a:t>
            </a:r>
            <a:r>
              <a:rPr sz="1100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updates</a:t>
            </a:r>
            <a:r>
              <a:rPr sz="1100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</a:t>
            </a:r>
            <a:r>
              <a:rPr sz="1100" spc="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visible</a:t>
            </a:r>
            <a:r>
              <a:rPr sz="1100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</a:t>
            </a:r>
            <a:r>
              <a:rPr sz="1100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</a:t>
            </a:r>
            <a:r>
              <a:rPr sz="1100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</a:t>
            </a:r>
            <a:r>
              <a:rPr sz="1100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</a:t>
            </a:r>
            <a:r>
              <a:rPr sz="1100" spc="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</a:t>
            </a:r>
            <a:r>
              <a:rPr sz="1100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update </a:t>
            </a:r>
            <a:r>
              <a:rPr sz="11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set.</a:t>
            </a:r>
            <a:endParaRPr sz="1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69900" indent="-228600">
              <a:lnSpc>
                <a:spcPct val="100000"/>
              </a:lnSpc>
              <a:spcBef>
                <a:spcPts val="165"/>
              </a:spcBef>
              <a:buAutoNum type="arabicPeriod"/>
              <a:tabLst>
                <a:tab pos="469900" algn="l"/>
              </a:tabLst>
            </a:pP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Click</a:t>
            </a:r>
            <a:r>
              <a:rPr sz="11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r>
              <a:rPr sz="11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export</a:t>
            </a:r>
            <a:r>
              <a:rPr sz="11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11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XML</a:t>
            </a:r>
            <a:r>
              <a:rPr sz="11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,it</a:t>
            </a:r>
            <a:r>
              <a:rPr sz="11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download</a:t>
            </a:r>
            <a:r>
              <a:rPr sz="11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</a:t>
            </a:r>
            <a:r>
              <a:rPr sz="11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</a:t>
            </a:r>
            <a:endParaRPr sz="1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250"/>
              </a:spcBef>
            </a:pPr>
            <a:endParaRPr sz="1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00000"/>
              </a:lnSpc>
            </a:pPr>
            <a:r>
              <a:rPr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</a:t>
            </a:r>
            <a:r>
              <a:rPr sz="1100" b="1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 : </a:t>
            </a:r>
            <a:r>
              <a:rPr sz="11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Retrieving</a:t>
            </a:r>
            <a:r>
              <a:rPr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</a:t>
            </a:r>
            <a:r>
              <a:rPr sz="11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update</a:t>
            </a:r>
            <a:r>
              <a:rPr sz="11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b="1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</a:t>
            </a:r>
            <a:endParaRPr sz="1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505"/>
              </a:spcBef>
            </a:pPr>
            <a:endParaRPr sz="1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69900" indent="-228600">
              <a:lnSpc>
                <a:spcPct val="100000"/>
              </a:lnSpc>
              <a:buAutoNum type="arabicPeriod"/>
              <a:tabLst>
                <a:tab pos="469900" algn="l"/>
              </a:tabLst>
            </a:pP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</a:t>
            </a:r>
            <a:r>
              <a:rPr sz="11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another</a:t>
            </a:r>
            <a:r>
              <a:rPr sz="11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instance</a:t>
            </a:r>
            <a:r>
              <a:rPr sz="11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sz="11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incognito</a:t>
            </a:r>
            <a:r>
              <a:rPr sz="11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window</a:t>
            </a:r>
            <a:endParaRPr sz="1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69900" indent="-228600">
              <a:lnSpc>
                <a:spcPct val="100000"/>
              </a:lnSpc>
              <a:spcBef>
                <a:spcPts val="185"/>
              </a:spcBef>
              <a:buAutoNum type="arabicPeriod"/>
              <a:tabLst>
                <a:tab pos="469900" algn="l"/>
              </a:tabLst>
            </a:pP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Login</a:t>
            </a:r>
            <a:r>
              <a:rPr sz="11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  <a:r>
              <a:rPr sz="11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credentials</a:t>
            </a:r>
            <a:endParaRPr sz="1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69900" indent="-228600">
              <a:lnSpc>
                <a:spcPct val="100000"/>
              </a:lnSpc>
              <a:spcBef>
                <a:spcPts val="185"/>
              </a:spcBef>
              <a:buAutoNum type="arabicPeriod"/>
              <a:tabLst>
                <a:tab pos="469900" algn="l"/>
              </a:tabLst>
            </a:pP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Click</a:t>
            </a:r>
            <a:r>
              <a:rPr sz="11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r>
              <a:rPr sz="11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all&gt;&gt;</a:t>
            </a:r>
            <a:r>
              <a:rPr sz="11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search</a:t>
            </a:r>
            <a:r>
              <a:rPr sz="11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sz="11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update</a:t>
            </a:r>
            <a:r>
              <a:rPr sz="11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sets</a:t>
            </a:r>
            <a:endParaRPr sz="11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4800" y="304799"/>
            <a:ext cx="6956425" cy="10090150"/>
          </a:xfrm>
          <a:custGeom>
            <a:avLst/>
            <a:gdLst/>
            <a:ahLst/>
            <a:cxnLst/>
            <a:rect l="l" t="t" r="r" b="b"/>
            <a:pathLst>
              <a:path w="6956425" h="10090150">
                <a:moveTo>
                  <a:pt x="6956044" y="0"/>
                </a:moveTo>
                <a:lnTo>
                  <a:pt x="6946900" y="0"/>
                </a:lnTo>
                <a:lnTo>
                  <a:pt x="6946900" y="9144"/>
                </a:lnTo>
                <a:lnTo>
                  <a:pt x="6946900" y="10080625"/>
                </a:lnTo>
                <a:lnTo>
                  <a:pt x="9144" y="10080625"/>
                </a:lnTo>
                <a:lnTo>
                  <a:pt x="9144" y="9144"/>
                </a:lnTo>
                <a:lnTo>
                  <a:pt x="6946900" y="9144"/>
                </a:lnTo>
                <a:lnTo>
                  <a:pt x="6946900" y="0"/>
                </a:lnTo>
                <a:lnTo>
                  <a:pt x="9144" y="0"/>
                </a:lnTo>
                <a:lnTo>
                  <a:pt x="6350" y="0"/>
                </a:lnTo>
                <a:lnTo>
                  <a:pt x="0" y="0"/>
                </a:lnTo>
                <a:lnTo>
                  <a:pt x="0" y="6350"/>
                </a:lnTo>
                <a:lnTo>
                  <a:pt x="0" y="9144"/>
                </a:lnTo>
                <a:lnTo>
                  <a:pt x="0" y="10080625"/>
                </a:lnTo>
                <a:lnTo>
                  <a:pt x="0" y="10089769"/>
                </a:lnTo>
                <a:lnTo>
                  <a:pt x="6350" y="10089769"/>
                </a:lnTo>
                <a:lnTo>
                  <a:pt x="9144" y="10089769"/>
                </a:lnTo>
                <a:lnTo>
                  <a:pt x="6946900" y="10089769"/>
                </a:lnTo>
                <a:lnTo>
                  <a:pt x="6956044" y="10089769"/>
                </a:lnTo>
                <a:lnTo>
                  <a:pt x="6956044" y="10080625"/>
                </a:lnTo>
                <a:lnTo>
                  <a:pt x="6956044" y="9144"/>
                </a:lnTo>
                <a:lnTo>
                  <a:pt x="6956044" y="6350"/>
                </a:lnTo>
                <a:lnTo>
                  <a:pt x="695604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100"/>
          </a:p>
        </p:txBody>
      </p:sp>
      <p:sp>
        <p:nvSpPr>
          <p:cNvPr id="3" name="object 3"/>
          <p:cNvSpPr txBox="1"/>
          <p:nvPr/>
        </p:nvSpPr>
        <p:spPr>
          <a:xfrm>
            <a:off x="892492" y="869061"/>
            <a:ext cx="5763260" cy="4251677"/>
          </a:xfrm>
          <a:prstGeom prst="rect">
            <a:avLst/>
          </a:prstGeom>
        </p:spPr>
        <p:txBody>
          <a:bodyPr vert="horz" wrap="square" lIns="0" tIns="36195" rIns="0" bIns="0" rtlCol="0">
            <a:spAutoFit/>
          </a:bodyPr>
          <a:lstStyle/>
          <a:p>
            <a:pPr marL="469900" indent="-228600">
              <a:lnSpc>
                <a:spcPct val="100000"/>
              </a:lnSpc>
              <a:spcBef>
                <a:spcPts val="285"/>
              </a:spcBef>
              <a:buAutoNum type="arabicPeriod" startAt="4"/>
              <a:tabLst>
                <a:tab pos="469900" algn="l"/>
              </a:tabLst>
            </a:pPr>
            <a:r>
              <a:rPr sz="1100" dirty="0">
                <a:latin typeface="Times New Roman"/>
                <a:cs typeface="Times New Roman"/>
              </a:rPr>
              <a:t>Select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“Retrieved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update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set”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under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system</a:t>
            </a:r>
            <a:r>
              <a:rPr sz="1100" spc="-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update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set</a:t>
            </a:r>
            <a:endParaRPr sz="1100">
              <a:latin typeface="Times New Roman"/>
              <a:cs typeface="Times New Roman"/>
            </a:endParaRPr>
          </a:p>
          <a:p>
            <a:pPr marL="469900" indent="-228600">
              <a:lnSpc>
                <a:spcPct val="100000"/>
              </a:lnSpc>
              <a:spcBef>
                <a:spcPts val="185"/>
              </a:spcBef>
              <a:buAutoNum type="arabicPeriod" startAt="4"/>
              <a:tabLst>
                <a:tab pos="469900" algn="l"/>
              </a:tabLst>
            </a:pPr>
            <a:r>
              <a:rPr sz="1100" dirty="0">
                <a:latin typeface="Times New Roman"/>
                <a:cs typeface="Times New Roman"/>
              </a:rPr>
              <a:t>It</a:t>
            </a:r>
            <a:r>
              <a:rPr sz="1100" spc="-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open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retrieved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update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set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list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scroll</a:t>
            </a:r>
            <a:r>
              <a:rPr sz="1100" spc="-40" dirty="0">
                <a:latin typeface="Times New Roman"/>
                <a:cs typeface="Times New Roman"/>
              </a:rPr>
              <a:t> </a:t>
            </a:r>
            <a:r>
              <a:rPr sz="1100" spc="-20" dirty="0">
                <a:latin typeface="Times New Roman"/>
                <a:cs typeface="Times New Roman"/>
              </a:rPr>
              <a:t>down</a:t>
            </a:r>
            <a:endParaRPr sz="1100">
              <a:latin typeface="Times New Roman"/>
              <a:cs typeface="Times New Roman"/>
            </a:endParaRPr>
          </a:p>
          <a:p>
            <a:pPr marL="469900" indent="-228600">
              <a:lnSpc>
                <a:spcPct val="100000"/>
              </a:lnSpc>
              <a:spcBef>
                <a:spcPts val="185"/>
              </a:spcBef>
              <a:buAutoNum type="arabicPeriod" startAt="4"/>
              <a:tabLst>
                <a:tab pos="469900" algn="l"/>
              </a:tabLst>
            </a:pPr>
            <a:r>
              <a:rPr sz="1100" dirty="0">
                <a:latin typeface="Times New Roman"/>
                <a:cs typeface="Times New Roman"/>
              </a:rPr>
              <a:t>Click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on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Import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update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set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from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XML</a:t>
            </a:r>
            <a:endParaRPr sz="1100">
              <a:latin typeface="Times New Roman"/>
              <a:cs typeface="Times New Roman"/>
            </a:endParaRPr>
          </a:p>
          <a:p>
            <a:pPr marL="469900" indent="-228600">
              <a:lnSpc>
                <a:spcPct val="100000"/>
              </a:lnSpc>
              <a:spcBef>
                <a:spcPts val="160"/>
              </a:spcBef>
              <a:buAutoNum type="arabicPeriod" startAt="4"/>
              <a:tabLst>
                <a:tab pos="469900" algn="l"/>
              </a:tabLst>
            </a:pPr>
            <a:r>
              <a:rPr sz="1100" dirty="0">
                <a:latin typeface="Times New Roman"/>
                <a:cs typeface="Times New Roman"/>
              </a:rPr>
              <a:t>Upload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downloaded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file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XML</a:t>
            </a:r>
            <a:r>
              <a:rPr sz="1100" spc="-55" dirty="0">
                <a:latin typeface="Times New Roman"/>
                <a:cs typeface="Times New Roman"/>
              </a:rPr>
              <a:t> </a:t>
            </a:r>
            <a:r>
              <a:rPr sz="1100" spc="-20" dirty="0">
                <a:latin typeface="Times New Roman"/>
                <a:cs typeface="Times New Roman"/>
              </a:rPr>
              <a:t>file</a:t>
            </a:r>
            <a:endParaRPr sz="1100">
              <a:latin typeface="Times New Roman"/>
              <a:cs typeface="Times New Roman"/>
            </a:endParaRPr>
          </a:p>
          <a:p>
            <a:pPr marL="469900" indent="-228600">
              <a:lnSpc>
                <a:spcPct val="100000"/>
              </a:lnSpc>
              <a:spcBef>
                <a:spcPts val="185"/>
              </a:spcBef>
              <a:buAutoNum type="arabicPeriod" startAt="4"/>
              <a:tabLst>
                <a:tab pos="469900" algn="l"/>
              </a:tabLst>
            </a:pPr>
            <a:r>
              <a:rPr sz="1100" dirty="0">
                <a:latin typeface="Times New Roman"/>
                <a:cs typeface="Times New Roman"/>
              </a:rPr>
              <a:t>Click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on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Upload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it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gets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uploaded.</a:t>
            </a:r>
            <a:endParaRPr sz="1100">
              <a:latin typeface="Times New Roman"/>
              <a:cs typeface="Times New Roman"/>
            </a:endParaRPr>
          </a:p>
          <a:p>
            <a:pPr marL="469900" indent="-228600">
              <a:lnSpc>
                <a:spcPct val="100000"/>
              </a:lnSpc>
              <a:spcBef>
                <a:spcPts val="185"/>
              </a:spcBef>
              <a:buAutoNum type="arabicPeriod" startAt="4"/>
              <a:tabLst>
                <a:tab pos="469900" algn="l"/>
              </a:tabLst>
            </a:pPr>
            <a:r>
              <a:rPr sz="1100" dirty="0">
                <a:latin typeface="Times New Roman"/>
                <a:cs typeface="Times New Roman"/>
              </a:rPr>
              <a:t>Open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retrieved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update</a:t>
            </a:r>
            <a:r>
              <a:rPr sz="1100" spc="-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set</a:t>
            </a:r>
            <a:r>
              <a:rPr sz="1100" spc="-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‘laptop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request</a:t>
            </a:r>
            <a:r>
              <a:rPr sz="1100" spc="-4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project’</a:t>
            </a:r>
            <a:endParaRPr sz="1100">
              <a:latin typeface="Times New Roman"/>
              <a:cs typeface="Times New Roman"/>
            </a:endParaRPr>
          </a:p>
          <a:p>
            <a:pPr marL="469900" indent="-228600">
              <a:lnSpc>
                <a:spcPct val="100000"/>
              </a:lnSpc>
              <a:spcBef>
                <a:spcPts val="185"/>
              </a:spcBef>
              <a:buAutoNum type="arabicPeriod" startAt="4"/>
              <a:tabLst>
                <a:tab pos="469900" algn="l"/>
              </a:tabLst>
            </a:pPr>
            <a:r>
              <a:rPr sz="1100" dirty="0">
                <a:latin typeface="Times New Roman"/>
                <a:cs typeface="Times New Roman"/>
              </a:rPr>
              <a:t>Click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on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preview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update</a:t>
            </a:r>
            <a:r>
              <a:rPr sz="1100" spc="-40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set</a:t>
            </a:r>
            <a:endParaRPr sz="1100">
              <a:latin typeface="Times New Roman"/>
              <a:cs typeface="Times New Roman"/>
            </a:endParaRPr>
          </a:p>
          <a:p>
            <a:pPr marL="469900" indent="-228600">
              <a:lnSpc>
                <a:spcPct val="100000"/>
              </a:lnSpc>
              <a:spcBef>
                <a:spcPts val="160"/>
              </a:spcBef>
              <a:buAutoNum type="arabicPeriod" startAt="4"/>
              <a:tabLst>
                <a:tab pos="469900" algn="l"/>
              </a:tabLst>
            </a:pP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click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on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commit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update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set</a:t>
            </a:r>
            <a:endParaRPr sz="1100">
              <a:latin typeface="Times New Roman"/>
              <a:cs typeface="Times New Roman"/>
            </a:endParaRPr>
          </a:p>
          <a:p>
            <a:pPr marL="469900" indent="-228600">
              <a:lnSpc>
                <a:spcPct val="100000"/>
              </a:lnSpc>
              <a:spcBef>
                <a:spcPts val="190"/>
              </a:spcBef>
              <a:buAutoNum type="arabicPeriod" startAt="4"/>
              <a:tabLst>
                <a:tab pos="469900" algn="l"/>
              </a:tabLst>
            </a:pP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also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see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related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tab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updates</a:t>
            </a:r>
            <a:endParaRPr sz="1100">
              <a:latin typeface="Times New Roman"/>
              <a:cs typeface="Times New Roman"/>
            </a:endParaRPr>
          </a:p>
          <a:p>
            <a:pPr marL="469900" marR="5080" indent="-228600">
              <a:lnSpc>
                <a:spcPct val="109400"/>
              </a:lnSpc>
              <a:spcBef>
                <a:spcPts val="50"/>
              </a:spcBef>
              <a:buAutoNum type="arabicPeriod" startAt="4"/>
              <a:tabLst>
                <a:tab pos="469900" algn="l"/>
              </a:tabLst>
            </a:pPr>
            <a:r>
              <a:rPr sz="1100" dirty="0">
                <a:latin typeface="Times New Roman"/>
                <a:cs typeface="Times New Roman"/>
              </a:rPr>
              <a:t>After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commiting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update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set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this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instance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we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get</a:t>
            </a:r>
            <a:r>
              <a:rPr sz="1100" spc="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all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updates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which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are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done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the </a:t>
            </a:r>
            <a:r>
              <a:rPr sz="1100" dirty="0">
                <a:latin typeface="Times New Roman"/>
                <a:cs typeface="Times New Roman"/>
              </a:rPr>
              <a:t>previous</a:t>
            </a:r>
            <a:r>
              <a:rPr sz="1100" spc="-5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instance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10"/>
              </a:spcBef>
            </a:pPr>
            <a:r>
              <a:rPr sz="1100" b="1" dirty="0">
                <a:latin typeface="Times New Roman"/>
                <a:cs typeface="Times New Roman"/>
              </a:rPr>
              <a:t>Phase</a:t>
            </a:r>
            <a:r>
              <a:rPr sz="1100" b="1" spc="-3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8</a:t>
            </a:r>
            <a:r>
              <a:rPr sz="1100" b="1" spc="-1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:</a:t>
            </a:r>
            <a:r>
              <a:rPr sz="1100" b="1" spc="-45" dirty="0">
                <a:latin typeface="Times New Roman"/>
                <a:cs typeface="Times New Roman"/>
              </a:rPr>
              <a:t> </a:t>
            </a:r>
            <a:r>
              <a:rPr sz="1100" b="1" spc="-20" dirty="0">
                <a:latin typeface="Times New Roman"/>
                <a:cs typeface="Times New Roman"/>
              </a:rPr>
              <a:t>Test</a:t>
            </a:r>
            <a:r>
              <a:rPr sz="1100" b="1" spc="-1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Catalog</a:t>
            </a:r>
            <a:r>
              <a:rPr sz="1100" b="1" spc="-20" dirty="0">
                <a:latin typeface="Times New Roman"/>
                <a:cs typeface="Times New Roman"/>
              </a:rPr>
              <a:t> Item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55"/>
              </a:spcBef>
            </a:pPr>
            <a:endParaRPr sz="1100">
              <a:latin typeface="Times New Roman"/>
              <a:cs typeface="Times New Roman"/>
            </a:endParaRPr>
          </a:p>
          <a:p>
            <a:pPr marL="469900" indent="-228600">
              <a:lnSpc>
                <a:spcPct val="100000"/>
              </a:lnSpc>
              <a:buAutoNum type="arabicPeriod"/>
              <a:tabLst>
                <a:tab pos="469900" algn="l"/>
              </a:tabLst>
            </a:pPr>
            <a:r>
              <a:rPr sz="1100" dirty="0">
                <a:latin typeface="Times New Roman"/>
                <a:cs typeface="Times New Roman"/>
              </a:rPr>
              <a:t>Search</a:t>
            </a:r>
            <a:r>
              <a:rPr sz="1100" spc="-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-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service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catalog</a:t>
            </a:r>
            <a:r>
              <a:rPr sz="1100" spc="-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application</a:t>
            </a:r>
            <a:r>
              <a:rPr sz="1100" spc="-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navigator</a:t>
            </a:r>
            <a:r>
              <a:rPr sz="1100" spc="-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target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instance</a:t>
            </a:r>
            <a:endParaRPr sz="1100">
              <a:latin typeface="Times New Roman"/>
              <a:cs typeface="Times New Roman"/>
            </a:endParaRPr>
          </a:p>
          <a:p>
            <a:pPr marL="469900" indent="-228600">
              <a:lnSpc>
                <a:spcPct val="100000"/>
              </a:lnSpc>
              <a:spcBef>
                <a:spcPts val="185"/>
              </a:spcBef>
              <a:buAutoNum type="arabicPeriod"/>
              <a:tabLst>
                <a:tab pos="469900" algn="l"/>
              </a:tabLst>
            </a:pPr>
            <a:r>
              <a:rPr sz="1100" dirty="0">
                <a:latin typeface="Times New Roman"/>
                <a:cs typeface="Times New Roman"/>
              </a:rPr>
              <a:t>Select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catalog</a:t>
            </a:r>
            <a:r>
              <a:rPr sz="1100" spc="-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under</a:t>
            </a:r>
            <a:r>
              <a:rPr sz="1100" spc="-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service</a:t>
            </a:r>
            <a:r>
              <a:rPr sz="1100" spc="-5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catalog</a:t>
            </a:r>
            <a:endParaRPr sz="1100">
              <a:latin typeface="Times New Roman"/>
              <a:cs typeface="Times New Roman"/>
            </a:endParaRPr>
          </a:p>
          <a:p>
            <a:pPr marL="469900" indent="-228600">
              <a:lnSpc>
                <a:spcPct val="100000"/>
              </a:lnSpc>
              <a:spcBef>
                <a:spcPts val="185"/>
              </a:spcBef>
              <a:buAutoNum type="arabicPeriod"/>
              <a:tabLst>
                <a:tab pos="469900" algn="l"/>
              </a:tabLst>
            </a:pPr>
            <a:r>
              <a:rPr sz="1100" dirty="0">
                <a:latin typeface="Times New Roman"/>
                <a:cs typeface="Times New Roman"/>
              </a:rPr>
              <a:t>Select</a:t>
            </a:r>
            <a:r>
              <a:rPr sz="1100" spc="229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hardware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category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search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‘laptop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request’</a:t>
            </a:r>
            <a:r>
              <a:rPr sz="1100" spc="-100" dirty="0">
                <a:latin typeface="Times New Roman"/>
                <a:cs typeface="Times New Roman"/>
              </a:rPr>
              <a:t> </a:t>
            </a:r>
            <a:r>
              <a:rPr sz="1100" spc="-20" dirty="0">
                <a:latin typeface="Times New Roman"/>
                <a:cs typeface="Times New Roman"/>
              </a:rPr>
              <a:t>item</a:t>
            </a:r>
            <a:endParaRPr sz="1100">
              <a:latin typeface="Times New Roman"/>
              <a:cs typeface="Times New Roman"/>
            </a:endParaRPr>
          </a:p>
          <a:p>
            <a:pPr marL="469900" indent="-228600">
              <a:lnSpc>
                <a:spcPct val="100000"/>
              </a:lnSpc>
              <a:spcBef>
                <a:spcPts val="185"/>
              </a:spcBef>
              <a:buAutoNum type="arabicPeriod"/>
              <a:tabLst>
                <a:tab pos="469900" algn="l"/>
              </a:tabLst>
            </a:pPr>
            <a:r>
              <a:rPr sz="1100" dirty="0">
                <a:latin typeface="Times New Roman"/>
                <a:cs typeface="Times New Roman"/>
              </a:rPr>
              <a:t>Select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laptop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request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item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open</a:t>
            </a:r>
            <a:r>
              <a:rPr sz="1100" spc="245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it</a:t>
            </a:r>
            <a:endParaRPr sz="1100">
              <a:latin typeface="Times New Roman"/>
              <a:cs typeface="Times New Roman"/>
            </a:endParaRPr>
          </a:p>
          <a:p>
            <a:pPr marL="469900" indent="-228600">
              <a:lnSpc>
                <a:spcPct val="100000"/>
              </a:lnSpc>
              <a:spcBef>
                <a:spcPts val="160"/>
              </a:spcBef>
              <a:buAutoNum type="arabicPeriod"/>
              <a:tabLst>
                <a:tab pos="469900" algn="l"/>
              </a:tabLst>
            </a:pPr>
            <a:r>
              <a:rPr sz="1100" dirty="0">
                <a:latin typeface="Times New Roman"/>
                <a:cs typeface="Times New Roman"/>
              </a:rPr>
              <a:t>It</a:t>
            </a:r>
            <a:r>
              <a:rPr sz="1100" spc="-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shows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three</a:t>
            </a:r>
            <a:r>
              <a:rPr sz="1100" spc="-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variables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spc="-20" dirty="0">
                <a:latin typeface="Times New Roman"/>
                <a:cs typeface="Times New Roman"/>
              </a:rPr>
              <a:t>only</a:t>
            </a:r>
            <a:endParaRPr sz="1100">
              <a:latin typeface="Times New Roman"/>
              <a:cs typeface="Times New Roman"/>
            </a:endParaRPr>
          </a:p>
          <a:p>
            <a:pPr marL="469900" marR="6985" indent="-228600">
              <a:lnSpc>
                <a:spcPct val="107600"/>
              </a:lnSpc>
              <a:spcBef>
                <a:spcPts val="80"/>
              </a:spcBef>
              <a:buAutoNum type="arabicPeriod"/>
              <a:tabLst>
                <a:tab pos="469900" algn="l"/>
              </a:tabLst>
            </a:pPr>
            <a:r>
              <a:rPr sz="1100" dirty="0">
                <a:latin typeface="Times New Roman"/>
                <a:cs typeface="Times New Roman"/>
              </a:rPr>
              <a:t>As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per</a:t>
            </a:r>
            <a:r>
              <a:rPr sz="1100" spc="-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our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scenario,</a:t>
            </a:r>
            <a:r>
              <a:rPr sz="1100" spc="-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when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we</a:t>
            </a:r>
            <a:r>
              <a:rPr sz="1100" spc="-4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click</a:t>
            </a:r>
            <a:r>
              <a:rPr sz="1100" spc="-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on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additional</a:t>
            </a:r>
            <a:r>
              <a:rPr sz="1100" spc="-4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accessories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checkbox</a:t>
            </a:r>
            <a:r>
              <a:rPr sz="1100" spc="-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then</a:t>
            </a:r>
            <a:r>
              <a:rPr sz="1100" spc="-4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accessories </a:t>
            </a:r>
            <a:r>
              <a:rPr sz="1100" dirty="0">
                <a:latin typeface="Times New Roman"/>
                <a:cs typeface="Times New Roman"/>
              </a:rPr>
              <a:t>details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fields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is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visible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that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should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be</a:t>
            </a:r>
            <a:r>
              <a:rPr sz="1100" spc="-4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mandatory</a:t>
            </a:r>
            <a:endParaRPr sz="1100">
              <a:latin typeface="Times New Roman"/>
              <a:cs typeface="Times New Roman"/>
            </a:endParaRPr>
          </a:p>
          <a:p>
            <a:pPr marL="469900" indent="-228600">
              <a:lnSpc>
                <a:spcPct val="100000"/>
              </a:lnSpc>
              <a:spcBef>
                <a:spcPts val="185"/>
              </a:spcBef>
              <a:buAutoNum type="arabicPeriod"/>
              <a:tabLst>
                <a:tab pos="469900" algn="l"/>
              </a:tabLst>
            </a:pPr>
            <a:r>
              <a:rPr sz="1100" dirty="0">
                <a:latin typeface="Times New Roman"/>
                <a:cs typeface="Times New Roman"/>
              </a:rPr>
              <a:t>Now</a:t>
            </a:r>
            <a:r>
              <a:rPr sz="1100" spc="2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see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results,it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fulfills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our</a:t>
            </a:r>
            <a:r>
              <a:rPr sz="1100" spc="-10" dirty="0">
                <a:latin typeface="Times New Roman"/>
                <a:cs typeface="Times New Roman"/>
              </a:rPr>
              <a:t> requirements.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3684651" y="9991183"/>
            <a:ext cx="228600" cy="172483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1100" spc="-25" dirty="0"/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4800" y="304799"/>
            <a:ext cx="6956425" cy="10090150"/>
          </a:xfrm>
          <a:custGeom>
            <a:avLst/>
            <a:gdLst/>
            <a:ahLst/>
            <a:cxnLst/>
            <a:rect l="l" t="t" r="r" b="b"/>
            <a:pathLst>
              <a:path w="6956425" h="10090150">
                <a:moveTo>
                  <a:pt x="6956044" y="0"/>
                </a:moveTo>
                <a:lnTo>
                  <a:pt x="6946900" y="0"/>
                </a:lnTo>
                <a:lnTo>
                  <a:pt x="6946900" y="9144"/>
                </a:lnTo>
                <a:lnTo>
                  <a:pt x="6946900" y="10080625"/>
                </a:lnTo>
                <a:lnTo>
                  <a:pt x="9144" y="10080625"/>
                </a:lnTo>
                <a:lnTo>
                  <a:pt x="9144" y="9144"/>
                </a:lnTo>
                <a:lnTo>
                  <a:pt x="6946900" y="9144"/>
                </a:lnTo>
                <a:lnTo>
                  <a:pt x="6946900" y="0"/>
                </a:lnTo>
                <a:lnTo>
                  <a:pt x="9144" y="0"/>
                </a:lnTo>
                <a:lnTo>
                  <a:pt x="6350" y="0"/>
                </a:lnTo>
                <a:lnTo>
                  <a:pt x="0" y="0"/>
                </a:lnTo>
                <a:lnTo>
                  <a:pt x="0" y="6350"/>
                </a:lnTo>
                <a:lnTo>
                  <a:pt x="0" y="9144"/>
                </a:lnTo>
                <a:lnTo>
                  <a:pt x="0" y="10080625"/>
                </a:lnTo>
                <a:lnTo>
                  <a:pt x="0" y="10089769"/>
                </a:lnTo>
                <a:lnTo>
                  <a:pt x="6350" y="10089769"/>
                </a:lnTo>
                <a:lnTo>
                  <a:pt x="9144" y="10089769"/>
                </a:lnTo>
                <a:lnTo>
                  <a:pt x="6946900" y="10089769"/>
                </a:lnTo>
                <a:lnTo>
                  <a:pt x="6956044" y="10089769"/>
                </a:lnTo>
                <a:lnTo>
                  <a:pt x="6956044" y="10080625"/>
                </a:lnTo>
                <a:lnTo>
                  <a:pt x="6956044" y="9144"/>
                </a:lnTo>
                <a:lnTo>
                  <a:pt x="6956044" y="6350"/>
                </a:lnTo>
                <a:lnTo>
                  <a:pt x="695604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1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92492" y="1259332"/>
            <a:ext cx="2212340" cy="400751"/>
          </a:xfrm>
          <a:prstGeom prst="rect">
            <a:avLst/>
          </a:prstGeom>
        </p:spPr>
        <p:txBody>
          <a:bodyPr vert="horz" wrap="square" lIns="0" tIns="361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85"/>
              </a:spcBef>
            </a:pPr>
            <a:r>
              <a:rPr sz="11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Screenshots:</a:t>
            </a:r>
            <a:endParaRPr sz="1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</a:t>
            </a:r>
            <a:r>
              <a:rPr sz="1100" b="1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sz="11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sz="11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Create</a:t>
            </a:r>
            <a:r>
              <a:rPr sz="1100" b="1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Local</a:t>
            </a:r>
            <a:r>
              <a:rPr sz="1100" b="1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Update</a:t>
            </a:r>
            <a:r>
              <a:rPr sz="1100" b="1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b="1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</a:t>
            </a:r>
            <a:endParaRPr sz="11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92492" y="5332348"/>
            <a:ext cx="2482215" cy="1821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</a:t>
            </a:r>
            <a:r>
              <a:rPr sz="1100" b="1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sz="1100" b="1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sz="1100" b="1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</a:t>
            </a:r>
            <a:r>
              <a:rPr sz="1100" b="1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Service</a:t>
            </a:r>
            <a:r>
              <a:rPr sz="1100" b="1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Catalog</a:t>
            </a:r>
            <a:r>
              <a:rPr sz="1100" b="1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b="1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Item</a:t>
            </a:r>
            <a:endParaRPr sz="11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92492" y="9369107"/>
            <a:ext cx="1548130" cy="1821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</a:t>
            </a:r>
            <a:r>
              <a:rPr sz="1100" b="1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 </a:t>
            </a:r>
            <a:r>
              <a:rPr sz="11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sz="1100" b="1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</a:t>
            </a:r>
            <a:r>
              <a:rPr sz="1100" b="1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variables</a:t>
            </a:r>
            <a:endParaRPr sz="11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5039" y="1717675"/>
            <a:ext cx="5724525" cy="321945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55039" y="5560695"/>
            <a:ext cx="5724525" cy="3219449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xfrm>
            <a:off x="3684651" y="9991183"/>
            <a:ext cx="228600" cy="172483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11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4800" y="304799"/>
            <a:ext cx="6956425" cy="10090150"/>
          </a:xfrm>
          <a:custGeom>
            <a:avLst/>
            <a:gdLst/>
            <a:ahLst/>
            <a:cxnLst/>
            <a:rect l="l" t="t" r="r" b="b"/>
            <a:pathLst>
              <a:path w="6956425" h="10090150">
                <a:moveTo>
                  <a:pt x="6956044" y="0"/>
                </a:moveTo>
                <a:lnTo>
                  <a:pt x="6946900" y="0"/>
                </a:lnTo>
                <a:lnTo>
                  <a:pt x="6946900" y="9144"/>
                </a:lnTo>
                <a:lnTo>
                  <a:pt x="6946900" y="10080625"/>
                </a:lnTo>
                <a:lnTo>
                  <a:pt x="9144" y="10080625"/>
                </a:lnTo>
                <a:lnTo>
                  <a:pt x="9144" y="9144"/>
                </a:lnTo>
                <a:lnTo>
                  <a:pt x="6946900" y="9144"/>
                </a:lnTo>
                <a:lnTo>
                  <a:pt x="6946900" y="0"/>
                </a:lnTo>
                <a:lnTo>
                  <a:pt x="9144" y="0"/>
                </a:lnTo>
                <a:lnTo>
                  <a:pt x="6350" y="0"/>
                </a:lnTo>
                <a:lnTo>
                  <a:pt x="0" y="0"/>
                </a:lnTo>
                <a:lnTo>
                  <a:pt x="0" y="6350"/>
                </a:lnTo>
                <a:lnTo>
                  <a:pt x="0" y="9144"/>
                </a:lnTo>
                <a:lnTo>
                  <a:pt x="0" y="10080625"/>
                </a:lnTo>
                <a:lnTo>
                  <a:pt x="0" y="10089769"/>
                </a:lnTo>
                <a:lnTo>
                  <a:pt x="6350" y="10089769"/>
                </a:lnTo>
                <a:lnTo>
                  <a:pt x="9144" y="10089769"/>
                </a:lnTo>
                <a:lnTo>
                  <a:pt x="6946900" y="10089769"/>
                </a:lnTo>
                <a:lnTo>
                  <a:pt x="6956044" y="10089769"/>
                </a:lnTo>
                <a:lnTo>
                  <a:pt x="6956044" y="10080625"/>
                </a:lnTo>
                <a:lnTo>
                  <a:pt x="6956044" y="9144"/>
                </a:lnTo>
                <a:lnTo>
                  <a:pt x="6956044" y="6350"/>
                </a:lnTo>
                <a:lnTo>
                  <a:pt x="695604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1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92492" y="4328795"/>
            <a:ext cx="2338070" cy="1821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</a:t>
            </a:r>
            <a:r>
              <a:rPr sz="1100" b="1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sz="11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sz="11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Create</a:t>
            </a:r>
            <a:r>
              <a:rPr sz="1100" b="1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Catalog</a:t>
            </a:r>
            <a:r>
              <a:rPr sz="11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Ui</a:t>
            </a:r>
            <a:r>
              <a:rPr sz="1100" b="1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policies</a:t>
            </a:r>
            <a:endParaRPr sz="11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92492" y="8549640"/>
            <a:ext cx="1681480" cy="1821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</a:t>
            </a:r>
            <a:r>
              <a:rPr sz="1100" b="1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sz="11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sz="11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</a:t>
            </a:r>
            <a:r>
              <a:rPr sz="1100" b="1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ui</a:t>
            </a:r>
            <a:r>
              <a:rPr sz="1100" b="1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action</a:t>
            </a:r>
            <a:endParaRPr sz="11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5039" y="914400"/>
            <a:ext cx="5724525" cy="321945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55039" y="4744846"/>
            <a:ext cx="5724525" cy="3219450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xfrm>
            <a:off x="3684651" y="9991183"/>
            <a:ext cx="228600" cy="172483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11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4800" y="304799"/>
            <a:ext cx="6956425" cy="10090150"/>
          </a:xfrm>
          <a:custGeom>
            <a:avLst/>
            <a:gdLst/>
            <a:ahLst/>
            <a:cxnLst/>
            <a:rect l="l" t="t" r="r" b="b"/>
            <a:pathLst>
              <a:path w="6956425" h="10090150">
                <a:moveTo>
                  <a:pt x="6956044" y="0"/>
                </a:moveTo>
                <a:lnTo>
                  <a:pt x="6946900" y="0"/>
                </a:lnTo>
                <a:lnTo>
                  <a:pt x="6946900" y="9144"/>
                </a:lnTo>
                <a:lnTo>
                  <a:pt x="6946900" y="10080625"/>
                </a:lnTo>
                <a:lnTo>
                  <a:pt x="9144" y="10080625"/>
                </a:lnTo>
                <a:lnTo>
                  <a:pt x="9144" y="9144"/>
                </a:lnTo>
                <a:lnTo>
                  <a:pt x="6946900" y="9144"/>
                </a:lnTo>
                <a:lnTo>
                  <a:pt x="6946900" y="0"/>
                </a:lnTo>
                <a:lnTo>
                  <a:pt x="9144" y="0"/>
                </a:lnTo>
                <a:lnTo>
                  <a:pt x="6350" y="0"/>
                </a:lnTo>
                <a:lnTo>
                  <a:pt x="0" y="0"/>
                </a:lnTo>
                <a:lnTo>
                  <a:pt x="0" y="6350"/>
                </a:lnTo>
                <a:lnTo>
                  <a:pt x="0" y="9144"/>
                </a:lnTo>
                <a:lnTo>
                  <a:pt x="0" y="10080625"/>
                </a:lnTo>
                <a:lnTo>
                  <a:pt x="0" y="10089769"/>
                </a:lnTo>
                <a:lnTo>
                  <a:pt x="6350" y="10089769"/>
                </a:lnTo>
                <a:lnTo>
                  <a:pt x="9144" y="10089769"/>
                </a:lnTo>
                <a:lnTo>
                  <a:pt x="6946900" y="10089769"/>
                </a:lnTo>
                <a:lnTo>
                  <a:pt x="6956044" y="10089769"/>
                </a:lnTo>
                <a:lnTo>
                  <a:pt x="6956044" y="10080625"/>
                </a:lnTo>
                <a:lnTo>
                  <a:pt x="6956044" y="9144"/>
                </a:lnTo>
                <a:lnTo>
                  <a:pt x="6956044" y="6350"/>
                </a:lnTo>
                <a:lnTo>
                  <a:pt x="695604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1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92492" y="4732273"/>
            <a:ext cx="3201035" cy="1821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</a:t>
            </a:r>
            <a:r>
              <a:rPr sz="1100" b="1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sz="1100" b="1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sz="1100" b="1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Exporting</a:t>
            </a:r>
            <a:r>
              <a:rPr sz="1100" b="1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changes</a:t>
            </a:r>
            <a:r>
              <a:rPr sz="1100" b="1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1100" b="1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another</a:t>
            </a:r>
            <a:r>
              <a:rPr sz="1100" b="1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instances</a:t>
            </a:r>
            <a:endParaRPr sz="11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5039" y="914400"/>
            <a:ext cx="5724525" cy="321945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8055" y="5149850"/>
            <a:ext cx="5724525" cy="3218053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xfrm>
            <a:off x="3684651" y="9991183"/>
            <a:ext cx="228600" cy="172483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11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16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4800" y="304799"/>
            <a:ext cx="6956425" cy="10090150"/>
          </a:xfrm>
          <a:custGeom>
            <a:avLst/>
            <a:gdLst/>
            <a:ahLst/>
            <a:cxnLst/>
            <a:rect l="l" t="t" r="r" b="b"/>
            <a:pathLst>
              <a:path w="6956425" h="10090150">
                <a:moveTo>
                  <a:pt x="6956044" y="0"/>
                </a:moveTo>
                <a:lnTo>
                  <a:pt x="6946900" y="0"/>
                </a:lnTo>
                <a:lnTo>
                  <a:pt x="6946900" y="9144"/>
                </a:lnTo>
                <a:lnTo>
                  <a:pt x="6946900" y="10080625"/>
                </a:lnTo>
                <a:lnTo>
                  <a:pt x="9144" y="10080625"/>
                </a:lnTo>
                <a:lnTo>
                  <a:pt x="9144" y="9144"/>
                </a:lnTo>
                <a:lnTo>
                  <a:pt x="6946900" y="9144"/>
                </a:lnTo>
                <a:lnTo>
                  <a:pt x="6946900" y="0"/>
                </a:lnTo>
                <a:lnTo>
                  <a:pt x="9144" y="0"/>
                </a:lnTo>
                <a:lnTo>
                  <a:pt x="6350" y="0"/>
                </a:lnTo>
                <a:lnTo>
                  <a:pt x="0" y="0"/>
                </a:lnTo>
                <a:lnTo>
                  <a:pt x="0" y="6350"/>
                </a:lnTo>
                <a:lnTo>
                  <a:pt x="0" y="9144"/>
                </a:lnTo>
                <a:lnTo>
                  <a:pt x="0" y="10080625"/>
                </a:lnTo>
                <a:lnTo>
                  <a:pt x="0" y="10089769"/>
                </a:lnTo>
                <a:lnTo>
                  <a:pt x="6350" y="10089769"/>
                </a:lnTo>
                <a:lnTo>
                  <a:pt x="9144" y="10089769"/>
                </a:lnTo>
                <a:lnTo>
                  <a:pt x="6946900" y="10089769"/>
                </a:lnTo>
                <a:lnTo>
                  <a:pt x="6956044" y="10089769"/>
                </a:lnTo>
                <a:lnTo>
                  <a:pt x="6956044" y="10080625"/>
                </a:lnTo>
                <a:lnTo>
                  <a:pt x="6956044" y="9144"/>
                </a:lnTo>
                <a:lnTo>
                  <a:pt x="6956044" y="6350"/>
                </a:lnTo>
                <a:lnTo>
                  <a:pt x="695604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2017" y="4487545"/>
            <a:ext cx="2108200" cy="15901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80" dirty="0">
                <a:solidFill>
                  <a:srgbClr val="35465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Phase</a:t>
            </a:r>
            <a:r>
              <a:rPr sz="950" spc="-55" dirty="0">
                <a:solidFill>
                  <a:srgbClr val="35465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950" spc="-105" dirty="0">
                <a:solidFill>
                  <a:srgbClr val="35465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sz="950" spc="-35" dirty="0">
                <a:solidFill>
                  <a:srgbClr val="35465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950" spc="-45" dirty="0">
                <a:solidFill>
                  <a:srgbClr val="35465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sz="950" spc="-40" dirty="0">
                <a:solidFill>
                  <a:srgbClr val="35465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950" spc="-60" dirty="0">
                <a:solidFill>
                  <a:srgbClr val="35465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Retrieving</a:t>
            </a:r>
            <a:r>
              <a:rPr sz="950" spc="-50" dirty="0">
                <a:solidFill>
                  <a:srgbClr val="35465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the update </a:t>
            </a:r>
            <a:r>
              <a:rPr sz="950" spc="-25" dirty="0">
                <a:solidFill>
                  <a:srgbClr val="35465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</a:t>
            </a:r>
            <a:endParaRPr sz="95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5039" y="914400"/>
            <a:ext cx="5724525" cy="321945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8055" y="4903470"/>
            <a:ext cx="5724525" cy="3219449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xfrm>
            <a:off x="3684651" y="9991183"/>
            <a:ext cx="228600" cy="187872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17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04800" y="304800"/>
            <a:ext cx="6956425" cy="10090150"/>
            <a:chOff x="304800" y="304800"/>
            <a:chExt cx="6956425" cy="10090150"/>
          </a:xfrm>
        </p:grpSpPr>
        <p:sp>
          <p:nvSpPr>
            <p:cNvPr id="3" name="object 3"/>
            <p:cNvSpPr/>
            <p:nvPr/>
          </p:nvSpPr>
          <p:spPr>
            <a:xfrm>
              <a:off x="304800" y="304799"/>
              <a:ext cx="6956425" cy="10090150"/>
            </a:xfrm>
            <a:custGeom>
              <a:avLst/>
              <a:gdLst/>
              <a:ahLst/>
              <a:cxnLst/>
              <a:rect l="l" t="t" r="r" b="b"/>
              <a:pathLst>
                <a:path w="6956425" h="10090150">
                  <a:moveTo>
                    <a:pt x="6956044" y="0"/>
                  </a:moveTo>
                  <a:lnTo>
                    <a:pt x="6946900" y="0"/>
                  </a:lnTo>
                  <a:lnTo>
                    <a:pt x="6946900" y="9144"/>
                  </a:lnTo>
                  <a:lnTo>
                    <a:pt x="6946900" y="10080625"/>
                  </a:lnTo>
                  <a:lnTo>
                    <a:pt x="9144" y="10080625"/>
                  </a:lnTo>
                  <a:lnTo>
                    <a:pt x="9144" y="9144"/>
                  </a:lnTo>
                  <a:lnTo>
                    <a:pt x="6946900" y="9144"/>
                  </a:lnTo>
                  <a:lnTo>
                    <a:pt x="6946900" y="0"/>
                  </a:lnTo>
                  <a:lnTo>
                    <a:pt x="9144" y="0"/>
                  </a:lnTo>
                  <a:lnTo>
                    <a:pt x="6350" y="0"/>
                  </a:lnTo>
                  <a:lnTo>
                    <a:pt x="0" y="0"/>
                  </a:lnTo>
                  <a:lnTo>
                    <a:pt x="0" y="6350"/>
                  </a:lnTo>
                  <a:lnTo>
                    <a:pt x="0" y="9144"/>
                  </a:lnTo>
                  <a:lnTo>
                    <a:pt x="0" y="10080625"/>
                  </a:lnTo>
                  <a:lnTo>
                    <a:pt x="0" y="10089769"/>
                  </a:lnTo>
                  <a:lnTo>
                    <a:pt x="6350" y="10089769"/>
                  </a:lnTo>
                  <a:lnTo>
                    <a:pt x="9144" y="10089769"/>
                  </a:lnTo>
                  <a:lnTo>
                    <a:pt x="6946900" y="10089769"/>
                  </a:lnTo>
                  <a:lnTo>
                    <a:pt x="6956044" y="10089769"/>
                  </a:lnTo>
                  <a:lnTo>
                    <a:pt x="6956044" y="10080625"/>
                  </a:lnTo>
                  <a:lnTo>
                    <a:pt x="6956044" y="9144"/>
                  </a:lnTo>
                  <a:lnTo>
                    <a:pt x="6956044" y="6350"/>
                  </a:lnTo>
                  <a:lnTo>
                    <a:pt x="695604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15034" y="914400"/>
              <a:ext cx="5724524" cy="3219323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15034" y="4163186"/>
              <a:ext cx="5724524" cy="3219323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892492" y="7568183"/>
            <a:ext cx="17995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Times New Roman"/>
                <a:cs typeface="Times New Roman"/>
              </a:rPr>
              <a:t>Phase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8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:</a:t>
            </a:r>
            <a:r>
              <a:rPr sz="1200" b="1" spc="-45" dirty="0">
                <a:latin typeface="Times New Roman"/>
                <a:cs typeface="Times New Roman"/>
              </a:rPr>
              <a:t> </a:t>
            </a:r>
            <a:r>
              <a:rPr sz="1200" b="1" spc="-20" dirty="0">
                <a:latin typeface="Times New Roman"/>
                <a:cs typeface="Times New Roman"/>
              </a:rPr>
              <a:t>Test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Catalog</a:t>
            </a:r>
            <a:r>
              <a:rPr sz="1200" b="1" spc="-20" dirty="0">
                <a:latin typeface="Times New Roman"/>
                <a:cs typeface="Times New Roman"/>
              </a:rPr>
              <a:t> Item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pc="-25" dirty="0"/>
              <a:t>18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4800" y="304799"/>
            <a:ext cx="6956425" cy="10090150"/>
          </a:xfrm>
          <a:custGeom>
            <a:avLst/>
            <a:gdLst/>
            <a:ahLst/>
            <a:cxnLst/>
            <a:rect l="l" t="t" r="r" b="b"/>
            <a:pathLst>
              <a:path w="6956425" h="10090150">
                <a:moveTo>
                  <a:pt x="6956044" y="0"/>
                </a:moveTo>
                <a:lnTo>
                  <a:pt x="6946900" y="0"/>
                </a:lnTo>
                <a:lnTo>
                  <a:pt x="6946900" y="9144"/>
                </a:lnTo>
                <a:lnTo>
                  <a:pt x="6946900" y="10080625"/>
                </a:lnTo>
                <a:lnTo>
                  <a:pt x="9144" y="10080625"/>
                </a:lnTo>
                <a:lnTo>
                  <a:pt x="9144" y="9144"/>
                </a:lnTo>
                <a:lnTo>
                  <a:pt x="6946900" y="9144"/>
                </a:lnTo>
                <a:lnTo>
                  <a:pt x="6946900" y="0"/>
                </a:lnTo>
                <a:lnTo>
                  <a:pt x="9144" y="0"/>
                </a:lnTo>
                <a:lnTo>
                  <a:pt x="6350" y="0"/>
                </a:lnTo>
                <a:lnTo>
                  <a:pt x="0" y="0"/>
                </a:lnTo>
                <a:lnTo>
                  <a:pt x="0" y="6350"/>
                </a:lnTo>
                <a:lnTo>
                  <a:pt x="0" y="9144"/>
                </a:lnTo>
                <a:lnTo>
                  <a:pt x="0" y="10080625"/>
                </a:lnTo>
                <a:lnTo>
                  <a:pt x="0" y="10089769"/>
                </a:lnTo>
                <a:lnTo>
                  <a:pt x="6350" y="10089769"/>
                </a:lnTo>
                <a:lnTo>
                  <a:pt x="9144" y="10089769"/>
                </a:lnTo>
                <a:lnTo>
                  <a:pt x="6946900" y="10089769"/>
                </a:lnTo>
                <a:lnTo>
                  <a:pt x="6956044" y="10089769"/>
                </a:lnTo>
                <a:lnTo>
                  <a:pt x="6956044" y="10080625"/>
                </a:lnTo>
                <a:lnTo>
                  <a:pt x="6956044" y="9144"/>
                </a:lnTo>
                <a:lnTo>
                  <a:pt x="6956044" y="6350"/>
                </a:lnTo>
                <a:lnTo>
                  <a:pt x="695604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171160" y="4829859"/>
            <a:ext cx="3484181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latin typeface="Times New Roman"/>
                <a:cs typeface="Times New Roman"/>
              </a:rPr>
              <a:t>PROJECT</a:t>
            </a:r>
            <a:r>
              <a:rPr sz="2000" b="1" spc="-5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DESIGN</a:t>
            </a:r>
            <a:r>
              <a:rPr sz="2000" b="1" spc="-20" dirty="0">
                <a:latin typeface="Times New Roman"/>
                <a:cs typeface="Times New Roman"/>
              </a:rPr>
              <a:t> PHASE</a:t>
            </a:r>
            <a:endParaRPr sz="20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pc="-25" dirty="0"/>
              <a:t>19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4800" y="304799"/>
            <a:ext cx="6956425" cy="10090150"/>
          </a:xfrm>
          <a:custGeom>
            <a:avLst/>
            <a:gdLst/>
            <a:ahLst/>
            <a:cxnLst/>
            <a:rect l="l" t="t" r="r" b="b"/>
            <a:pathLst>
              <a:path w="6956425" h="10090150">
                <a:moveTo>
                  <a:pt x="6956044" y="0"/>
                </a:moveTo>
                <a:lnTo>
                  <a:pt x="6946900" y="0"/>
                </a:lnTo>
                <a:lnTo>
                  <a:pt x="6946900" y="9144"/>
                </a:lnTo>
                <a:lnTo>
                  <a:pt x="6946900" y="10080625"/>
                </a:lnTo>
                <a:lnTo>
                  <a:pt x="9144" y="10080625"/>
                </a:lnTo>
                <a:lnTo>
                  <a:pt x="9144" y="9144"/>
                </a:lnTo>
                <a:lnTo>
                  <a:pt x="6946900" y="9144"/>
                </a:lnTo>
                <a:lnTo>
                  <a:pt x="6946900" y="0"/>
                </a:lnTo>
                <a:lnTo>
                  <a:pt x="9144" y="0"/>
                </a:lnTo>
                <a:lnTo>
                  <a:pt x="6350" y="0"/>
                </a:lnTo>
                <a:lnTo>
                  <a:pt x="0" y="0"/>
                </a:lnTo>
                <a:lnTo>
                  <a:pt x="0" y="6350"/>
                </a:lnTo>
                <a:lnTo>
                  <a:pt x="0" y="9144"/>
                </a:lnTo>
                <a:lnTo>
                  <a:pt x="0" y="10080625"/>
                </a:lnTo>
                <a:lnTo>
                  <a:pt x="0" y="10089769"/>
                </a:lnTo>
                <a:lnTo>
                  <a:pt x="6350" y="10089769"/>
                </a:lnTo>
                <a:lnTo>
                  <a:pt x="9144" y="10089769"/>
                </a:lnTo>
                <a:lnTo>
                  <a:pt x="6946900" y="10089769"/>
                </a:lnTo>
                <a:lnTo>
                  <a:pt x="6956044" y="10089769"/>
                </a:lnTo>
                <a:lnTo>
                  <a:pt x="6956044" y="10080625"/>
                </a:lnTo>
                <a:lnTo>
                  <a:pt x="6956044" y="9144"/>
                </a:lnTo>
                <a:lnTo>
                  <a:pt x="6956044" y="6350"/>
                </a:lnTo>
                <a:lnTo>
                  <a:pt x="695604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98893" y="1231900"/>
            <a:ext cx="5771515" cy="4686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latin typeface="Times New Roman"/>
                <a:cs typeface="Times New Roman"/>
              </a:rPr>
              <a:t>Problem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–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Solution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b="1" spc="-25" dirty="0">
                <a:latin typeface="Times New Roman"/>
                <a:cs typeface="Times New Roman"/>
              </a:rPr>
              <a:t>fit</a:t>
            </a:r>
            <a:endParaRPr sz="12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80"/>
              </a:spcBef>
            </a:pPr>
            <a:endParaRPr sz="12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200" b="1" spc="-10" dirty="0">
                <a:latin typeface="Times New Roman"/>
                <a:cs typeface="Times New Roman"/>
              </a:rPr>
              <a:t>Problem</a:t>
            </a:r>
            <a:endParaRPr sz="1200" dirty="0">
              <a:latin typeface="Times New Roman"/>
              <a:cs typeface="Times New Roman"/>
            </a:endParaRPr>
          </a:p>
          <a:p>
            <a:pPr marL="22225" marR="10795" indent="228600">
              <a:lnSpc>
                <a:spcPct val="109400"/>
              </a:lnSpc>
              <a:spcBef>
                <a:spcPts val="50"/>
              </a:spcBef>
            </a:pP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8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organization’s</a:t>
            </a:r>
            <a:r>
              <a:rPr sz="1200" spc="1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current</a:t>
            </a:r>
            <a:r>
              <a:rPr sz="1200" spc="1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laptop</a:t>
            </a:r>
            <a:r>
              <a:rPr sz="1200" spc="1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request</a:t>
            </a:r>
            <a:r>
              <a:rPr sz="1200" spc="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process</a:t>
            </a:r>
            <a:r>
              <a:rPr sz="1200" spc="1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1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manual,</a:t>
            </a:r>
            <a:r>
              <a:rPr sz="1200" spc="9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time-</a:t>
            </a:r>
            <a:r>
              <a:rPr sz="1200" dirty="0">
                <a:latin typeface="Times New Roman"/>
                <a:cs typeface="Times New Roman"/>
              </a:rPr>
              <a:t>consuming,</a:t>
            </a:r>
            <a:r>
              <a:rPr sz="1200" spc="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114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lacks transparency.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Employees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must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rely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on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emails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or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paper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forms,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causing:</a:t>
            </a:r>
            <a:endParaRPr sz="1200" dirty="0">
              <a:latin typeface="Times New Roman"/>
              <a:cs typeface="Times New Roman"/>
            </a:endParaRPr>
          </a:p>
          <a:p>
            <a:pPr marL="469900" indent="-228600">
              <a:lnSpc>
                <a:spcPct val="100000"/>
              </a:lnSpc>
              <a:spcBef>
                <a:spcPts val="160"/>
              </a:spcBef>
              <a:buSzPct val="83333"/>
              <a:buFont typeface="Arial MT"/>
              <a:buChar char="•"/>
              <a:tabLst>
                <a:tab pos="469900" algn="l"/>
              </a:tabLst>
            </a:pPr>
            <a:r>
              <a:rPr sz="1200" dirty="0">
                <a:latin typeface="Times New Roman"/>
                <a:cs typeface="Times New Roman"/>
              </a:rPr>
              <a:t>Delays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approvals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provisioning.</a:t>
            </a:r>
            <a:endParaRPr sz="1200" dirty="0">
              <a:latin typeface="Times New Roman"/>
              <a:cs typeface="Times New Roman"/>
            </a:endParaRPr>
          </a:p>
          <a:p>
            <a:pPr marL="469900" indent="-228600">
              <a:lnSpc>
                <a:spcPct val="100000"/>
              </a:lnSpc>
              <a:spcBef>
                <a:spcPts val="185"/>
              </a:spcBef>
              <a:buSzPct val="83333"/>
              <a:buFont typeface="Arial MT"/>
              <a:buChar char="•"/>
              <a:tabLst>
                <a:tab pos="469900" algn="l"/>
              </a:tabLst>
            </a:pPr>
            <a:r>
              <a:rPr sz="1200" dirty="0">
                <a:latin typeface="Times New Roman"/>
                <a:cs typeface="Times New Roman"/>
              </a:rPr>
              <a:t>Missing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or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incorrect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due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unstructured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forms.</a:t>
            </a:r>
            <a:endParaRPr sz="1200" dirty="0">
              <a:latin typeface="Times New Roman"/>
              <a:cs typeface="Times New Roman"/>
            </a:endParaRPr>
          </a:p>
          <a:p>
            <a:pPr marL="469900" indent="-228600">
              <a:lnSpc>
                <a:spcPct val="100000"/>
              </a:lnSpc>
              <a:spcBef>
                <a:spcPts val="185"/>
              </a:spcBef>
              <a:buSzPct val="83333"/>
              <a:buFont typeface="Arial MT"/>
              <a:buChar char="•"/>
              <a:tabLst>
                <a:tab pos="469900" algn="l"/>
              </a:tabLst>
            </a:pPr>
            <a:r>
              <a:rPr sz="1200" dirty="0">
                <a:latin typeface="Times New Roman"/>
                <a:cs typeface="Times New Roman"/>
              </a:rPr>
              <a:t>Repeated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communication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with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IT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staff.</a:t>
            </a:r>
            <a:endParaRPr sz="1200" dirty="0">
              <a:latin typeface="Times New Roman"/>
              <a:cs typeface="Times New Roman"/>
            </a:endParaRPr>
          </a:p>
          <a:p>
            <a:pPr marL="469900" indent="-228600">
              <a:lnSpc>
                <a:spcPct val="100000"/>
              </a:lnSpc>
              <a:spcBef>
                <a:spcPts val="160"/>
              </a:spcBef>
              <a:buSzPct val="83333"/>
              <a:buFont typeface="Arial MT"/>
              <a:buChar char="•"/>
              <a:tabLst>
                <a:tab pos="469900" algn="l"/>
              </a:tabLst>
            </a:pPr>
            <a:r>
              <a:rPr sz="1200" dirty="0">
                <a:latin typeface="Times New Roman"/>
                <a:cs typeface="Times New Roman"/>
              </a:rPr>
              <a:t>No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clear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visibility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into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request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status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or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history.</a:t>
            </a:r>
            <a:endParaRPr sz="1200" dirty="0">
              <a:latin typeface="Times New Roman"/>
              <a:cs typeface="Times New Roman"/>
            </a:endParaRPr>
          </a:p>
          <a:p>
            <a:pPr marL="28575" marR="10160" indent="-6350">
              <a:lnSpc>
                <a:spcPct val="107600"/>
              </a:lnSpc>
              <a:spcBef>
                <a:spcPts val="80"/>
              </a:spcBef>
            </a:pPr>
            <a:r>
              <a:rPr sz="1200" dirty="0">
                <a:latin typeface="Times New Roman"/>
                <a:cs typeface="Times New Roman"/>
              </a:rPr>
              <a:t>This</a:t>
            </a:r>
            <a:r>
              <a:rPr sz="1200" spc="1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inefficiency</a:t>
            </a:r>
            <a:r>
              <a:rPr sz="1200" spc="1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reduces</a:t>
            </a:r>
            <a:r>
              <a:rPr sz="1200" spc="1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productivity</a:t>
            </a:r>
            <a:r>
              <a:rPr sz="1200" spc="1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1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increases</a:t>
            </a:r>
            <a:r>
              <a:rPr sz="1200" spc="1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workload</a:t>
            </a:r>
            <a:r>
              <a:rPr sz="1200" spc="1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1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both</a:t>
            </a:r>
            <a:r>
              <a:rPr sz="1200" spc="1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employees</a:t>
            </a:r>
            <a:r>
              <a:rPr sz="1200" spc="1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15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IT </a:t>
            </a:r>
            <a:r>
              <a:rPr sz="1200" spc="-10" dirty="0">
                <a:latin typeface="Times New Roman"/>
                <a:cs typeface="Times New Roman"/>
              </a:rPr>
              <a:t>teams.</a:t>
            </a:r>
            <a:endParaRPr sz="12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sz="12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200" b="1" dirty="0">
                <a:latin typeface="Times New Roman"/>
                <a:cs typeface="Times New Roman"/>
              </a:rPr>
              <a:t>Proposed</a:t>
            </a:r>
            <a:r>
              <a:rPr sz="1200" b="1" spc="-70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Solution</a:t>
            </a:r>
            <a:endParaRPr sz="1200" dirty="0">
              <a:latin typeface="Times New Roman"/>
              <a:cs typeface="Times New Roman"/>
            </a:endParaRPr>
          </a:p>
          <a:p>
            <a:pPr marL="22225" marR="5080" indent="228600">
              <a:lnSpc>
                <a:spcPct val="107600"/>
              </a:lnSpc>
              <a:spcBef>
                <a:spcPts val="75"/>
              </a:spcBef>
            </a:pPr>
            <a:r>
              <a:rPr sz="1200" spc="-50" dirty="0">
                <a:latin typeface="Times New Roman"/>
                <a:cs typeface="Times New Roman"/>
              </a:rPr>
              <a:t>To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address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these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challenges,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project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introduces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automated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Service</a:t>
            </a:r>
            <a:r>
              <a:rPr sz="1200" b="1" spc="-5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Catalog</a:t>
            </a:r>
            <a:r>
              <a:rPr sz="1200" b="1" spc="-4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Item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in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ServiceNow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platform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that:</a:t>
            </a:r>
            <a:endParaRPr sz="1200" dirty="0">
              <a:latin typeface="Times New Roman"/>
              <a:cs typeface="Times New Roman"/>
            </a:endParaRPr>
          </a:p>
          <a:p>
            <a:pPr marL="469900" indent="-228600">
              <a:lnSpc>
                <a:spcPct val="100000"/>
              </a:lnSpc>
              <a:spcBef>
                <a:spcPts val="185"/>
              </a:spcBef>
              <a:buSzPct val="83333"/>
              <a:buFont typeface="Arial MT"/>
              <a:buChar char="•"/>
              <a:tabLst>
                <a:tab pos="469900" algn="l"/>
              </a:tabLst>
            </a:pPr>
            <a:r>
              <a:rPr sz="1200" dirty="0">
                <a:latin typeface="Times New Roman"/>
                <a:cs typeface="Times New Roman"/>
              </a:rPr>
              <a:t>Allows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employees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submit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laptop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requests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digitally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through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self-</a:t>
            </a:r>
            <a:r>
              <a:rPr sz="1200" dirty="0">
                <a:latin typeface="Times New Roman"/>
                <a:cs typeface="Times New Roman"/>
              </a:rPr>
              <a:t>service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portal.</a:t>
            </a:r>
            <a:endParaRPr sz="1200" dirty="0">
              <a:latin typeface="Times New Roman"/>
              <a:cs typeface="Times New Roman"/>
            </a:endParaRPr>
          </a:p>
          <a:p>
            <a:pPr marL="469900" marR="11430" indent="-228600">
              <a:lnSpc>
                <a:spcPct val="107600"/>
              </a:lnSpc>
              <a:spcBef>
                <a:spcPts val="50"/>
              </a:spcBef>
              <a:buSzPct val="83333"/>
              <a:buFont typeface="Arial MT"/>
              <a:buChar char="•"/>
              <a:tabLst>
                <a:tab pos="469900" algn="l"/>
              </a:tabLst>
            </a:pPr>
            <a:r>
              <a:rPr sz="1200" dirty="0">
                <a:latin typeface="Times New Roman"/>
                <a:cs typeface="Times New Roman"/>
              </a:rPr>
              <a:t>Includes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dynamic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form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fields</a:t>
            </a:r>
            <a:r>
              <a:rPr sz="1200" b="1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that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adapt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based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employee’s </a:t>
            </a:r>
            <a:r>
              <a:rPr sz="1200" dirty="0">
                <a:latin typeface="Times New Roman"/>
                <a:cs typeface="Times New Roman"/>
              </a:rPr>
              <a:t>department,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role,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or </a:t>
            </a:r>
            <a:r>
              <a:rPr sz="1200" dirty="0">
                <a:latin typeface="Times New Roman"/>
                <a:cs typeface="Times New Roman"/>
              </a:rPr>
              <a:t>laptop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type.</a:t>
            </a:r>
            <a:endParaRPr sz="1200" dirty="0">
              <a:latin typeface="Times New Roman"/>
              <a:cs typeface="Times New Roman"/>
            </a:endParaRPr>
          </a:p>
          <a:p>
            <a:pPr marL="469900" indent="-228600">
              <a:lnSpc>
                <a:spcPct val="100000"/>
              </a:lnSpc>
              <a:spcBef>
                <a:spcPts val="190"/>
              </a:spcBef>
              <a:buSzPct val="83333"/>
              <a:buFont typeface="Arial MT"/>
              <a:buChar char="•"/>
              <a:tabLst>
                <a:tab pos="469900" algn="l"/>
              </a:tabLst>
            </a:pPr>
            <a:r>
              <a:rPr sz="1200" dirty="0">
                <a:latin typeface="Times New Roman"/>
                <a:cs typeface="Times New Roman"/>
              </a:rPr>
              <a:t>Offers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reset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button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clear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form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start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over</a:t>
            </a:r>
            <a:r>
              <a:rPr sz="1200" spc="-10" dirty="0">
                <a:latin typeface="Times New Roman"/>
                <a:cs typeface="Times New Roman"/>
              </a:rPr>
              <a:t> easily.</a:t>
            </a:r>
            <a:endParaRPr sz="1200" dirty="0">
              <a:latin typeface="Times New Roman"/>
              <a:cs typeface="Times New Roman"/>
            </a:endParaRPr>
          </a:p>
          <a:p>
            <a:pPr marL="469900" marR="10160" indent="-228600">
              <a:lnSpc>
                <a:spcPct val="107600"/>
              </a:lnSpc>
              <a:spcBef>
                <a:spcPts val="75"/>
              </a:spcBef>
              <a:buSzPct val="83333"/>
              <a:buFont typeface="Arial MT"/>
              <a:buChar char="•"/>
              <a:tabLst>
                <a:tab pos="469900" algn="l"/>
              </a:tabLst>
            </a:pPr>
            <a:r>
              <a:rPr sz="1200" dirty="0">
                <a:latin typeface="Times New Roman"/>
                <a:cs typeface="Times New Roman"/>
              </a:rPr>
              <a:t>Integrates</a:t>
            </a:r>
            <a:r>
              <a:rPr sz="1200" spc="1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180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workflow-</a:t>
            </a:r>
            <a:r>
              <a:rPr sz="1200" b="1" dirty="0">
                <a:latin typeface="Times New Roman"/>
                <a:cs typeface="Times New Roman"/>
              </a:rPr>
              <a:t>driven</a:t>
            </a:r>
            <a:r>
              <a:rPr sz="1200" b="1" spc="18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approval</a:t>
            </a:r>
            <a:r>
              <a:rPr sz="1200" b="1" spc="17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process</a:t>
            </a:r>
            <a:r>
              <a:rPr sz="1200" dirty="0">
                <a:latin typeface="Times New Roman"/>
                <a:cs typeface="Times New Roman"/>
              </a:rPr>
              <a:t>,</a:t>
            </a:r>
            <a:r>
              <a:rPr sz="1200" spc="2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automatically</a:t>
            </a:r>
            <a:r>
              <a:rPr sz="1200" spc="1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routing</a:t>
            </a:r>
            <a:r>
              <a:rPr sz="1200" spc="1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requests</a:t>
            </a:r>
            <a:r>
              <a:rPr sz="1200" spc="19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to </a:t>
            </a:r>
            <a:r>
              <a:rPr sz="1200" spc="-10" dirty="0">
                <a:latin typeface="Times New Roman"/>
                <a:cs typeface="Times New Roman"/>
              </a:rPr>
              <a:t>managers</a:t>
            </a:r>
            <a:r>
              <a:rPr sz="1200" dirty="0">
                <a:latin typeface="Times New Roman"/>
                <a:cs typeface="Times New Roman"/>
              </a:rPr>
              <a:t> and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IT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admins.</a:t>
            </a:r>
            <a:endParaRPr sz="1200" dirty="0">
              <a:latin typeface="Times New Roman"/>
              <a:cs typeface="Times New Roman"/>
            </a:endParaRPr>
          </a:p>
          <a:p>
            <a:pPr marL="469900" indent="-228600">
              <a:lnSpc>
                <a:spcPct val="100000"/>
              </a:lnSpc>
              <a:spcBef>
                <a:spcPts val="185"/>
              </a:spcBef>
              <a:buSzPct val="83333"/>
              <a:buFont typeface="Arial MT"/>
              <a:buChar char="•"/>
              <a:tabLst>
                <a:tab pos="469900" algn="l"/>
              </a:tabLst>
            </a:pPr>
            <a:r>
              <a:rPr sz="1200" dirty="0">
                <a:latin typeface="Times New Roman"/>
                <a:cs typeface="Times New Roman"/>
              </a:rPr>
              <a:t>Ensures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b="1" spc="-25" dirty="0">
                <a:latin typeface="Times New Roman"/>
                <a:cs typeface="Times New Roman"/>
              </a:rPr>
              <a:t>real-</a:t>
            </a:r>
            <a:r>
              <a:rPr sz="1200" b="1" dirty="0">
                <a:latin typeface="Times New Roman"/>
                <a:cs typeface="Times New Roman"/>
              </a:rPr>
              <a:t>time</a:t>
            </a:r>
            <a:r>
              <a:rPr sz="1200" b="1" spc="-4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tracking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email</a:t>
            </a:r>
            <a:r>
              <a:rPr sz="1200" b="1" spc="-3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notifications </a:t>
            </a:r>
            <a:r>
              <a:rPr sz="1200" dirty="0">
                <a:latin typeface="Times New Roman"/>
                <a:cs typeface="Times New Roman"/>
              </a:rPr>
              <a:t>at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each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stage.</a:t>
            </a:r>
            <a:endParaRPr sz="1200" dirty="0">
              <a:latin typeface="Times New Roman"/>
              <a:cs typeface="Times New Roman"/>
            </a:endParaRPr>
          </a:p>
          <a:p>
            <a:pPr marL="469900" indent="-228600">
              <a:lnSpc>
                <a:spcPct val="100000"/>
              </a:lnSpc>
              <a:spcBef>
                <a:spcPts val="185"/>
              </a:spcBef>
              <a:buSzPct val="83333"/>
              <a:buFont typeface="Arial MT"/>
              <a:buChar char="•"/>
              <a:tabLst>
                <a:tab pos="469900" algn="l"/>
              </a:tabLst>
            </a:pPr>
            <a:r>
              <a:rPr sz="1200" dirty="0">
                <a:latin typeface="Times New Roman"/>
                <a:cs typeface="Times New Roman"/>
              </a:rPr>
              <a:t>Maintains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audit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logs</a:t>
            </a:r>
            <a:r>
              <a:rPr sz="1200" b="1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track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all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changes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compliance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governance.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684651" y="9991183"/>
            <a:ext cx="190500" cy="211454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1200" spc="-25" dirty="0">
                <a:latin typeface="Tahoma"/>
                <a:cs typeface="Tahoma"/>
              </a:rPr>
              <a:t>20</a:t>
            </a:r>
            <a:endParaRPr sz="12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9562622"/>
              </p:ext>
            </p:extLst>
          </p:nvPr>
        </p:nvGraphicFramePr>
        <p:xfrm>
          <a:off x="892492" y="2408284"/>
          <a:ext cx="5730240" cy="54794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97635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4332605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323850">
                <a:tc>
                  <a:txBody>
                    <a:bodyPr/>
                    <a:lstStyle/>
                    <a:p>
                      <a:pPr marL="44450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Parameter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539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925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Description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539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733425">
                <a:tc>
                  <a:txBody>
                    <a:bodyPr/>
                    <a:lstStyle/>
                    <a:p>
                      <a:pPr marL="44450" marR="329565">
                        <a:lnSpc>
                          <a:spcPct val="112799"/>
                        </a:lnSpc>
                        <a:spcBef>
                          <a:spcPts val="1290"/>
                        </a:spcBef>
                      </a:pP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Service Catalog </a:t>
                      </a:r>
                      <a:r>
                        <a:rPr sz="1200" b="1" dirty="0">
                          <a:latin typeface="Times New Roman"/>
                          <a:cs typeface="Times New Roman"/>
                        </a:rPr>
                        <a:t>Item</a:t>
                      </a:r>
                      <a:r>
                        <a:rPr sz="1200" b="1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Creation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6383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925" marR="401955">
                        <a:lnSpc>
                          <a:spcPct val="103299"/>
                        </a:lnSpc>
                        <a:spcBef>
                          <a:spcPts val="405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Develop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dedicated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catalog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item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ServiceNow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that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allows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employees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request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laptops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through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structured,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user-friendly interface.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5143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727075">
                <a:tc>
                  <a:txBody>
                    <a:bodyPr/>
                    <a:lstStyle/>
                    <a:p>
                      <a:pPr marL="44450" marR="361315">
                        <a:lnSpc>
                          <a:spcPct val="111200"/>
                        </a:lnSpc>
                        <a:spcBef>
                          <a:spcPts val="1285"/>
                        </a:spcBef>
                      </a:pPr>
                      <a:r>
                        <a:rPr sz="1200" b="1" dirty="0">
                          <a:latin typeface="Times New Roman"/>
                          <a:cs typeface="Times New Roman"/>
                        </a:rPr>
                        <a:t>Dynamic</a:t>
                      </a:r>
                      <a:r>
                        <a:rPr sz="1200" b="1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spc="-20" dirty="0">
                          <a:latin typeface="Times New Roman"/>
                          <a:cs typeface="Times New Roman"/>
                        </a:rPr>
                        <a:t>Form </a:t>
                      </a: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Fields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631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925" marR="91440">
                        <a:lnSpc>
                          <a:spcPct val="103400"/>
                        </a:lnSpc>
                        <a:spcBef>
                          <a:spcPts val="375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Configure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form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fields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that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change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dynamically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based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on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user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input,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such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as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department,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role,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or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device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preference, ensuring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accurate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and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relevant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data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collection.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530225">
                <a:tc>
                  <a:txBody>
                    <a:bodyPr/>
                    <a:lstStyle/>
                    <a:p>
                      <a:pPr marL="44450" marR="22225">
                        <a:lnSpc>
                          <a:spcPct val="112799"/>
                        </a:lnSpc>
                        <a:spcBef>
                          <a:spcPts val="240"/>
                        </a:spcBef>
                      </a:pPr>
                      <a:r>
                        <a:rPr sz="1200" b="1" dirty="0">
                          <a:latin typeface="Times New Roman"/>
                          <a:cs typeface="Times New Roman"/>
                        </a:rPr>
                        <a:t>UI</a:t>
                      </a:r>
                      <a:r>
                        <a:rPr sz="1200" b="1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dirty="0">
                          <a:latin typeface="Times New Roman"/>
                          <a:cs typeface="Times New Roman"/>
                        </a:rPr>
                        <a:t>Policy</a:t>
                      </a:r>
                      <a:r>
                        <a:rPr sz="1200" b="1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200" b="1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Client Scripts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04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925" marR="113664">
                        <a:lnSpc>
                          <a:spcPct val="102400"/>
                        </a:lnSpc>
                        <a:spcBef>
                          <a:spcPts val="415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Implement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UI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Policies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scripts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guide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users,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enforce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mandatory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fields,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display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context-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specific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instructions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better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usability.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5270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527050">
                <a:tc>
                  <a:txBody>
                    <a:bodyPr/>
                    <a:lstStyle/>
                    <a:p>
                      <a:pPr marL="44450" marR="475615">
                        <a:lnSpc>
                          <a:spcPct val="113100"/>
                        </a:lnSpc>
                        <a:spcBef>
                          <a:spcPts val="210"/>
                        </a:spcBef>
                      </a:pPr>
                      <a:r>
                        <a:rPr sz="1200" b="1" dirty="0">
                          <a:latin typeface="Times New Roman"/>
                          <a:cs typeface="Times New Roman"/>
                        </a:rPr>
                        <a:t>Reset</a:t>
                      </a:r>
                      <a:r>
                        <a:rPr sz="1200" b="1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spc="-20" dirty="0">
                          <a:latin typeface="Times New Roman"/>
                          <a:cs typeface="Times New Roman"/>
                        </a:rPr>
                        <a:t>Form </a:t>
                      </a: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Functionality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667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925" marR="328930">
                        <a:lnSpc>
                          <a:spcPct val="104400"/>
                        </a:lnSpc>
                        <a:spcBef>
                          <a:spcPts val="360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Add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reset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button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allow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users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clear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all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fields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restart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the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request</a:t>
                      </a:r>
                      <a:r>
                        <a:rPr sz="12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process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easily.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5270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44450">
                        <a:lnSpc>
                          <a:spcPct val="100000"/>
                        </a:lnSpc>
                      </a:pP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Approval</a:t>
                      </a:r>
                      <a:r>
                        <a:rPr sz="1200" b="1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Workflow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52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925" marR="210185">
                        <a:lnSpc>
                          <a:spcPct val="104200"/>
                        </a:lnSpc>
                        <a:spcBef>
                          <a:spcPts val="365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Design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an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automated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 approval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workflow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that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routes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requests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the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appropriate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manager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or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IT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admin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quick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action.</a:t>
                      </a:r>
                      <a:endParaRPr sz="1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3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5302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44450">
                        <a:lnSpc>
                          <a:spcPct val="100000"/>
                        </a:lnSpc>
                      </a:pPr>
                      <a:r>
                        <a:rPr sz="1200" b="1" dirty="0">
                          <a:latin typeface="Times New Roman"/>
                          <a:cs typeface="Times New Roman"/>
                        </a:rPr>
                        <a:t>Notification</a:t>
                      </a:r>
                      <a:r>
                        <a:rPr sz="1200" b="1" spc="-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System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52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925" marR="213995">
                        <a:lnSpc>
                          <a:spcPct val="102600"/>
                        </a:lnSpc>
                        <a:spcBef>
                          <a:spcPts val="409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Enable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automated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email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notifications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update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users</a:t>
                      </a:r>
                      <a:r>
                        <a:rPr sz="120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about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request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submission,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approval,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provisioning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status.</a:t>
                      </a:r>
                      <a:endParaRPr sz="1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52069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526415">
                <a:tc>
                  <a:txBody>
                    <a:bodyPr/>
                    <a:lstStyle/>
                    <a:p>
                      <a:pPr marL="44450" marR="343535">
                        <a:lnSpc>
                          <a:spcPct val="112900"/>
                        </a:lnSpc>
                        <a:spcBef>
                          <a:spcPts val="215"/>
                        </a:spcBef>
                      </a:pPr>
                      <a:r>
                        <a:rPr sz="1200" b="1" dirty="0">
                          <a:latin typeface="Times New Roman"/>
                          <a:cs typeface="Times New Roman"/>
                        </a:rPr>
                        <a:t>Update</a:t>
                      </a:r>
                      <a:r>
                        <a:rPr sz="1200" b="1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dirty="0">
                          <a:latin typeface="Times New Roman"/>
                          <a:cs typeface="Times New Roman"/>
                        </a:rPr>
                        <a:t>Set</a:t>
                      </a:r>
                      <a:r>
                        <a:rPr sz="1200" b="1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spc="-25" dirty="0">
                          <a:latin typeface="Times New Roman"/>
                          <a:cs typeface="Times New Roman"/>
                        </a:rPr>
                        <a:t>and </a:t>
                      </a: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Migration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730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925" marR="345440">
                        <a:lnSpc>
                          <a:spcPct val="104200"/>
                        </a:lnSpc>
                        <a:spcBef>
                          <a:spcPts val="365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Use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Update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Sets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capture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configuration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changes,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enabling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easy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deployment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other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ServiceNow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instances.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463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  <a:tr h="5302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44450">
                        <a:lnSpc>
                          <a:spcPct val="100000"/>
                        </a:lnSpc>
                      </a:pPr>
                      <a:r>
                        <a:rPr sz="1200" b="1" dirty="0">
                          <a:latin typeface="Times New Roman"/>
                          <a:cs typeface="Times New Roman"/>
                        </a:rPr>
                        <a:t>Audit</a:t>
                      </a:r>
                      <a:r>
                        <a:rPr sz="1200" b="1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200" b="1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Tracking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52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925" marR="9525">
                        <a:lnSpc>
                          <a:spcPct val="102600"/>
                        </a:lnSpc>
                        <a:spcBef>
                          <a:spcPts val="409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Maintain</a:t>
                      </a:r>
                      <a:r>
                        <a:rPr sz="1200" spc="160" dirty="0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complete</a:t>
                      </a:r>
                      <a:r>
                        <a:rPr sz="1200" spc="155" dirty="0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visibility</a:t>
                      </a:r>
                      <a:r>
                        <a:rPr sz="1200" spc="150" dirty="0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200" spc="155" dirty="0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all</a:t>
                      </a:r>
                      <a:r>
                        <a:rPr sz="1200" spc="150" dirty="0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changes</a:t>
                      </a:r>
                      <a:r>
                        <a:rPr sz="1200" spc="155" dirty="0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200" spc="155" dirty="0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requests</a:t>
                      </a:r>
                      <a:r>
                        <a:rPr sz="1200" spc="155" dirty="0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for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governance,</a:t>
                      </a:r>
                      <a:r>
                        <a:rPr sz="120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compliance,</a:t>
                      </a:r>
                      <a:r>
                        <a:rPr sz="120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2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accountability.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52069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8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pPr marL="44450" marR="485775">
                        <a:lnSpc>
                          <a:spcPct val="111100"/>
                        </a:lnSpc>
                        <a:spcBef>
                          <a:spcPts val="240"/>
                        </a:spcBef>
                      </a:pP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Performance Optimization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04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925" marR="10160">
                        <a:lnSpc>
                          <a:spcPct val="104200"/>
                        </a:lnSpc>
                        <a:spcBef>
                          <a:spcPts val="365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Ensure</a:t>
                      </a:r>
                      <a:r>
                        <a:rPr sz="1200" spc="1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200" spc="1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catalog</a:t>
                      </a:r>
                      <a:r>
                        <a:rPr sz="1200" spc="1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item</a:t>
                      </a:r>
                      <a:r>
                        <a:rPr sz="1200" spc="1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loads</a:t>
                      </a:r>
                      <a:r>
                        <a:rPr sz="1200" spc="1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quickly,</a:t>
                      </a:r>
                      <a:r>
                        <a:rPr sz="1200" spc="1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uses</a:t>
                      </a:r>
                      <a:r>
                        <a:rPr sz="1200" spc="1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minimal</a:t>
                      </a:r>
                      <a:r>
                        <a:rPr sz="1200" spc="1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resources,</a:t>
                      </a:r>
                      <a:r>
                        <a:rPr sz="1200" spc="1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and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delivers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seamless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experience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users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across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devices.</a:t>
                      </a:r>
                      <a:endParaRPr sz="1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3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3" name="object 3"/>
          <p:cNvSpPr/>
          <p:nvPr/>
        </p:nvSpPr>
        <p:spPr>
          <a:xfrm>
            <a:off x="304800" y="304799"/>
            <a:ext cx="6956425" cy="10090150"/>
          </a:xfrm>
          <a:custGeom>
            <a:avLst/>
            <a:gdLst/>
            <a:ahLst/>
            <a:cxnLst/>
            <a:rect l="l" t="t" r="r" b="b"/>
            <a:pathLst>
              <a:path w="6956425" h="10090150">
                <a:moveTo>
                  <a:pt x="6956044" y="0"/>
                </a:moveTo>
                <a:lnTo>
                  <a:pt x="6946900" y="0"/>
                </a:lnTo>
                <a:lnTo>
                  <a:pt x="6946900" y="9144"/>
                </a:lnTo>
                <a:lnTo>
                  <a:pt x="6946900" y="10080625"/>
                </a:lnTo>
                <a:lnTo>
                  <a:pt x="9144" y="10080625"/>
                </a:lnTo>
                <a:lnTo>
                  <a:pt x="9144" y="9144"/>
                </a:lnTo>
                <a:lnTo>
                  <a:pt x="6946900" y="9144"/>
                </a:lnTo>
                <a:lnTo>
                  <a:pt x="6946900" y="0"/>
                </a:lnTo>
                <a:lnTo>
                  <a:pt x="9144" y="0"/>
                </a:lnTo>
                <a:lnTo>
                  <a:pt x="6350" y="0"/>
                </a:lnTo>
                <a:lnTo>
                  <a:pt x="0" y="0"/>
                </a:lnTo>
                <a:lnTo>
                  <a:pt x="0" y="6350"/>
                </a:lnTo>
                <a:lnTo>
                  <a:pt x="0" y="9144"/>
                </a:lnTo>
                <a:lnTo>
                  <a:pt x="0" y="10080625"/>
                </a:lnTo>
                <a:lnTo>
                  <a:pt x="0" y="10089769"/>
                </a:lnTo>
                <a:lnTo>
                  <a:pt x="6350" y="10089769"/>
                </a:lnTo>
                <a:lnTo>
                  <a:pt x="9144" y="10089769"/>
                </a:lnTo>
                <a:lnTo>
                  <a:pt x="6946900" y="10089769"/>
                </a:lnTo>
                <a:lnTo>
                  <a:pt x="6956044" y="10089769"/>
                </a:lnTo>
                <a:lnTo>
                  <a:pt x="6956044" y="10080625"/>
                </a:lnTo>
                <a:lnTo>
                  <a:pt x="6956044" y="9144"/>
                </a:lnTo>
                <a:lnTo>
                  <a:pt x="6956044" y="6350"/>
                </a:lnTo>
                <a:lnTo>
                  <a:pt x="695604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pc="-25" dirty="0"/>
              <a:t>21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4800" y="304799"/>
            <a:ext cx="6956425" cy="10090150"/>
          </a:xfrm>
          <a:custGeom>
            <a:avLst/>
            <a:gdLst/>
            <a:ahLst/>
            <a:cxnLst/>
            <a:rect l="l" t="t" r="r" b="b"/>
            <a:pathLst>
              <a:path w="6956425" h="10090150">
                <a:moveTo>
                  <a:pt x="6956044" y="0"/>
                </a:moveTo>
                <a:lnTo>
                  <a:pt x="6946900" y="0"/>
                </a:lnTo>
                <a:lnTo>
                  <a:pt x="6946900" y="9144"/>
                </a:lnTo>
                <a:lnTo>
                  <a:pt x="6946900" y="10080625"/>
                </a:lnTo>
                <a:lnTo>
                  <a:pt x="9144" y="10080625"/>
                </a:lnTo>
                <a:lnTo>
                  <a:pt x="9144" y="9144"/>
                </a:lnTo>
                <a:lnTo>
                  <a:pt x="6946900" y="9144"/>
                </a:lnTo>
                <a:lnTo>
                  <a:pt x="6946900" y="0"/>
                </a:lnTo>
                <a:lnTo>
                  <a:pt x="9144" y="0"/>
                </a:lnTo>
                <a:lnTo>
                  <a:pt x="6350" y="0"/>
                </a:lnTo>
                <a:lnTo>
                  <a:pt x="0" y="0"/>
                </a:lnTo>
                <a:lnTo>
                  <a:pt x="0" y="6350"/>
                </a:lnTo>
                <a:lnTo>
                  <a:pt x="0" y="9144"/>
                </a:lnTo>
                <a:lnTo>
                  <a:pt x="0" y="10080625"/>
                </a:lnTo>
                <a:lnTo>
                  <a:pt x="0" y="10089769"/>
                </a:lnTo>
                <a:lnTo>
                  <a:pt x="6350" y="10089769"/>
                </a:lnTo>
                <a:lnTo>
                  <a:pt x="9144" y="10089769"/>
                </a:lnTo>
                <a:lnTo>
                  <a:pt x="6946900" y="10089769"/>
                </a:lnTo>
                <a:lnTo>
                  <a:pt x="6956044" y="10089769"/>
                </a:lnTo>
                <a:lnTo>
                  <a:pt x="6956044" y="10080625"/>
                </a:lnTo>
                <a:lnTo>
                  <a:pt x="6956044" y="9144"/>
                </a:lnTo>
                <a:lnTo>
                  <a:pt x="6956044" y="6350"/>
                </a:lnTo>
                <a:lnTo>
                  <a:pt x="695604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4214" y="6711695"/>
            <a:ext cx="76718" cy="10096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4214" y="6914895"/>
            <a:ext cx="76718" cy="10096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4214" y="7118350"/>
            <a:ext cx="76718" cy="10096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4214" y="7321550"/>
            <a:ext cx="76718" cy="10096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4214" y="7524750"/>
            <a:ext cx="76718" cy="10096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4214" y="7727950"/>
            <a:ext cx="76718" cy="10096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4214" y="7931150"/>
            <a:ext cx="76718" cy="100964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4214" y="8134731"/>
            <a:ext cx="76718" cy="100964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902017" y="878586"/>
            <a:ext cx="5760085" cy="16071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indent="457200" algn="just">
              <a:lnSpc>
                <a:spcPct val="108200"/>
              </a:lnSpc>
              <a:spcBef>
                <a:spcPts val="90"/>
              </a:spcBef>
            </a:pP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2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Laptop</a:t>
            </a:r>
            <a:r>
              <a:rPr sz="1200" spc="2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Request</a:t>
            </a:r>
            <a:r>
              <a:rPr sz="1200" spc="229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Catalog</a:t>
            </a:r>
            <a:r>
              <a:rPr sz="1200" spc="2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Item</a:t>
            </a:r>
            <a:r>
              <a:rPr sz="1200" spc="229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project</a:t>
            </a:r>
            <a:r>
              <a:rPr sz="1200" spc="229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successfully</a:t>
            </a:r>
            <a:r>
              <a:rPr sz="1200" spc="2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streamlines</a:t>
            </a:r>
            <a:r>
              <a:rPr sz="1200" spc="2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229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process</a:t>
            </a:r>
            <a:r>
              <a:rPr sz="1200" spc="24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of </a:t>
            </a:r>
            <a:r>
              <a:rPr sz="1200" dirty="0">
                <a:latin typeface="Times New Roman"/>
                <a:cs typeface="Times New Roman"/>
              </a:rPr>
              <a:t>requesting</a:t>
            </a:r>
            <a:r>
              <a:rPr sz="1200" spc="3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laptops</a:t>
            </a:r>
            <a:r>
              <a:rPr sz="1200" spc="3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within</a:t>
            </a:r>
            <a:r>
              <a:rPr sz="1200" spc="3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3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organization</a:t>
            </a:r>
            <a:r>
              <a:rPr sz="1200" spc="3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by</a:t>
            </a:r>
            <a:r>
              <a:rPr sz="1200" spc="3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leveraging</a:t>
            </a:r>
            <a:r>
              <a:rPr sz="1200" spc="3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ServiceNow's</a:t>
            </a:r>
            <a:r>
              <a:rPr sz="1200" spc="3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Service</a:t>
            </a:r>
            <a:r>
              <a:rPr sz="1200" spc="3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Catalog </a:t>
            </a:r>
            <a:r>
              <a:rPr sz="1200" dirty="0">
                <a:latin typeface="Times New Roman"/>
                <a:cs typeface="Times New Roman"/>
              </a:rPr>
              <a:t>capabilities.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Through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implementation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dynamic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catalog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item,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project</a:t>
            </a:r>
            <a:r>
              <a:rPr sz="1200" spc="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ensures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that </a:t>
            </a:r>
            <a:r>
              <a:rPr sz="1200" dirty="0">
                <a:latin typeface="Times New Roman"/>
                <a:cs typeface="Times New Roman"/>
              </a:rPr>
              <a:t>users</a:t>
            </a:r>
            <a:r>
              <a:rPr sz="1200" spc="140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have</a:t>
            </a:r>
            <a:r>
              <a:rPr sz="1200" spc="140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an</a:t>
            </a:r>
            <a:r>
              <a:rPr sz="1200" spc="135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intuitive</a:t>
            </a:r>
            <a:r>
              <a:rPr sz="1200" spc="145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140" dirty="0">
                <a:latin typeface="Times New Roman"/>
                <a:cs typeface="Times New Roman"/>
              </a:rPr>
              <a:t>  </a:t>
            </a:r>
            <a:r>
              <a:rPr sz="1200" spc="-10" dirty="0">
                <a:latin typeface="Times New Roman"/>
                <a:cs typeface="Times New Roman"/>
              </a:rPr>
              <a:t>user-</a:t>
            </a:r>
            <a:r>
              <a:rPr sz="1200" dirty="0">
                <a:latin typeface="Times New Roman"/>
                <a:cs typeface="Times New Roman"/>
              </a:rPr>
              <a:t>friendly</a:t>
            </a:r>
            <a:r>
              <a:rPr sz="1200" spc="140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interface,</a:t>
            </a:r>
            <a:r>
              <a:rPr sz="1200" spc="140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reducing</a:t>
            </a:r>
            <a:r>
              <a:rPr sz="1200" spc="135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errors</a:t>
            </a:r>
            <a:r>
              <a:rPr sz="1200" spc="145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140" dirty="0">
                <a:latin typeface="Times New Roman"/>
                <a:cs typeface="Times New Roman"/>
              </a:rPr>
              <a:t>  </a:t>
            </a:r>
            <a:r>
              <a:rPr sz="1200" spc="-10" dirty="0">
                <a:latin typeface="Times New Roman"/>
                <a:cs typeface="Times New Roman"/>
              </a:rPr>
              <a:t>improving </a:t>
            </a:r>
            <a:r>
              <a:rPr sz="1200" dirty="0">
                <a:latin typeface="Times New Roman"/>
                <a:cs typeface="Times New Roman"/>
              </a:rPr>
              <a:t>efficiency.This</a:t>
            </a:r>
            <a:r>
              <a:rPr sz="1200" spc="3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project</a:t>
            </a:r>
            <a:r>
              <a:rPr sz="1200" spc="3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demonstrates</a:t>
            </a:r>
            <a:r>
              <a:rPr sz="1200" spc="3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how</a:t>
            </a:r>
            <a:r>
              <a:rPr sz="1200" spc="3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ServiceNow</a:t>
            </a:r>
            <a:r>
              <a:rPr sz="1200" spc="3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can</a:t>
            </a:r>
            <a:r>
              <a:rPr sz="1200" spc="3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</a:t>
            </a:r>
            <a:r>
              <a:rPr sz="1200" spc="3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used</a:t>
            </a:r>
            <a:r>
              <a:rPr sz="1200" spc="3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3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replace</a:t>
            </a:r>
            <a:r>
              <a:rPr sz="1200" spc="35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manual, errorprone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processes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with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automated,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efficient,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user-</a:t>
            </a:r>
            <a:r>
              <a:rPr sz="1200" spc="-10" dirty="0">
                <a:latin typeface="Times New Roman"/>
                <a:cs typeface="Times New Roman"/>
              </a:rPr>
              <a:t>centric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solutions.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It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not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only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improves </a:t>
            </a:r>
            <a:r>
              <a:rPr sz="1200" dirty="0">
                <a:latin typeface="Times New Roman"/>
                <a:cs typeface="Times New Roman"/>
              </a:rPr>
              <a:t>service</a:t>
            </a:r>
            <a:r>
              <a:rPr sz="1200" spc="3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delivery</a:t>
            </a:r>
            <a:r>
              <a:rPr sz="1200" spc="4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but</a:t>
            </a:r>
            <a:r>
              <a:rPr sz="1200" spc="3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also</a:t>
            </a:r>
            <a:r>
              <a:rPr sz="1200" spc="3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enhances</a:t>
            </a:r>
            <a:r>
              <a:rPr sz="1200" spc="3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employee</a:t>
            </a:r>
            <a:r>
              <a:rPr sz="1200" spc="3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satisfaction</a:t>
            </a:r>
            <a:r>
              <a:rPr sz="1200" spc="3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by</a:t>
            </a:r>
            <a:r>
              <a:rPr sz="1200" spc="409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providing</a:t>
            </a:r>
            <a:r>
              <a:rPr sz="1200" spc="40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3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modern</a:t>
            </a:r>
            <a:r>
              <a:rPr sz="1200" spc="38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and </a:t>
            </a:r>
            <a:r>
              <a:rPr sz="1200" spc="-10" dirty="0">
                <a:latin typeface="Times New Roman"/>
                <a:cs typeface="Times New Roman"/>
              </a:rPr>
              <a:t>streamlined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request</a:t>
            </a:r>
            <a:r>
              <a:rPr sz="1200" spc="-10" dirty="0">
                <a:latin typeface="Times New Roman"/>
                <a:cs typeface="Times New Roman"/>
              </a:rPr>
              <a:t> experience.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pc="-25" dirty="0"/>
              <a:t>22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872807" y="3289300"/>
            <a:ext cx="5772785" cy="56711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latin typeface="Times New Roman"/>
                <a:cs typeface="Times New Roman"/>
              </a:rPr>
              <a:t>Solution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Architecture</a:t>
            </a:r>
            <a:endParaRPr sz="1200" dirty="0">
              <a:latin typeface="Times New Roman"/>
              <a:cs typeface="Times New Roman"/>
            </a:endParaRPr>
          </a:p>
          <a:p>
            <a:pPr marL="127000" indent="-117475" algn="just">
              <a:lnSpc>
                <a:spcPct val="100000"/>
              </a:lnSpc>
              <a:spcBef>
                <a:spcPts val="1360"/>
              </a:spcBef>
              <a:buSzPct val="91666"/>
              <a:buAutoNum type="arabicPeriod"/>
              <a:tabLst>
                <a:tab pos="127000" algn="l"/>
              </a:tabLst>
            </a:pPr>
            <a:r>
              <a:rPr sz="1200" b="1" dirty="0">
                <a:latin typeface="Times New Roman"/>
                <a:cs typeface="Times New Roman"/>
              </a:rPr>
              <a:t>Goals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of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the</a:t>
            </a:r>
            <a:r>
              <a:rPr sz="1200" b="1" spc="-8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Architecture</a:t>
            </a:r>
            <a:endParaRPr sz="1200" dirty="0">
              <a:latin typeface="Times New Roman"/>
              <a:cs typeface="Times New Roman"/>
            </a:endParaRPr>
          </a:p>
          <a:p>
            <a:pPr marL="22225" marR="5080" indent="457200" algn="just">
              <a:lnSpc>
                <a:spcPct val="107700"/>
              </a:lnSpc>
              <a:spcBef>
                <a:spcPts val="75"/>
              </a:spcBef>
            </a:pP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10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main</a:t>
            </a:r>
            <a:r>
              <a:rPr sz="1200" spc="11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goal</a:t>
            </a:r>
            <a:r>
              <a:rPr sz="1200" spc="1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1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1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solution</a:t>
            </a:r>
            <a:r>
              <a:rPr sz="1200" spc="11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architecture</a:t>
            </a:r>
            <a:r>
              <a:rPr sz="1200" spc="10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1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11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design</a:t>
            </a:r>
            <a:r>
              <a:rPr sz="1200" spc="1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14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scalable,</a:t>
            </a:r>
            <a:r>
              <a:rPr sz="1200" b="1" spc="11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automated,</a:t>
            </a:r>
            <a:r>
              <a:rPr sz="1200" b="1" spc="114" dirty="0">
                <a:latin typeface="Times New Roman"/>
                <a:cs typeface="Times New Roman"/>
              </a:rPr>
              <a:t> </a:t>
            </a:r>
            <a:r>
              <a:rPr sz="1200" b="1" spc="-25" dirty="0">
                <a:latin typeface="Times New Roman"/>
                <a:cs typeface="Times New Roman"/>
              </a:rPr>
              <a:t>and </a:t>
            </a:r>
            <a:r>
              <a:rPr sz="1200" b="1" spc="-10" dirty="0">
                <a:latin typeface="Times New Roman"/>
                <a:cs typeface="Times New Roman"/>
              </a:rPr>
              <a:t>user-</a:t>
            </a:r>
            <a:r>
              <a:rPr sz="1200" b="1" dirty="0">
                <a:latin typeface="Times New Roman"/>
                <a:cs typeface="Times New Roman"/>
              </a:rPr>
              <a:t>friendly</a:t>
            </a:r>
            <a:r>
              <a:rPr sz="1200" b="1" spc="9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system</a:t>
            </a:r>
            <a:r>
              <a:rPr sz="1200" b="1" spc="1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1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employees</a:t>
            </a:r>
            <a:r>
              <a:rPr sz="1200" spc="1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1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request</a:t>
            </a:r>
            <a:r>
              <a:rPr sz="1200" spc="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laptops</a:t>
            </a:r>
            <a:r>
              <a:rPr sz="1200" spc="10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efficiently</a:t>
            </a:r>
            <a:r>
              <a:rPr sz="1200" spc="1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while</a:t>
            </a:r>
            <a:r>
              <a:rPr sz="1200" spc="11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ensuring</a:t>
            </a:r>
            <a:r>
              <a:rPr sz="1200" spc="10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accuracy, governance,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ease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10" dirty="0">
                <a:latin typeface="Times New Roman"/>
                <a:cs typeface="Times New Roman"/>
              </a:rPr>
              <a:t> maintenance.</a:t>
            </a:r>
            <a:endParaRPr sz="1200" dirty="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  <a:spcBef>
                <a:spcPts val="185"/>
              </a:spcBef>
            </a:pPr>
            <a:r>
              <a:rPr sz="1200" b="1" dirty="0">
                <a:latin typeface="Times New Roman"/>
                <a:cs typeface="Times New Roman"/>
              </a:rPr>
              <a:t>Key</a:t>
            </a:r>
            <a:r>
              <a:rPr sz="1200" b="1" spc="-3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Goals:</a:t>
            </a:r>
            <a:endParaRPr sz="1200" dirty="0">
              <a:latin typeface="Times New Roman"/>
              <a:cs typeface="Times New Roman"/>
            </a:endParaRPr>
          </a:p>
          <a:p>
            <a:pPr marL="469900" lvl="1" indent="-228600">
              <a:lnSpc>
                <a:spcPct val="100000"/>
              </a:lnSpc>
              <a:spcBef>
                <a:spcPts val="185"/>
              </a:spcBef>
              <a:buSzPct val="83333"/>
              <a:buFont typeface="Arial MT"/>
              <a:buChar char="•"/>
              <a:tabLst>
                <a:tab pos="469900" algn="l"/>
              </a:tabLst>
            </a:pPr>
            <a:r>
              <a:rPr sz="1200" spc="-30" dirty="0">
                <a:latin typeface="Times New Roman"/>
                <a:cs typeface="Times New Roman"/>
              </a:rPr>
              <a:t>To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automate</a:t>
            </a:r>
            <a:r>
              <a:rPr sz="1200" b="1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laptop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request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process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through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self-</a:t>
            </a:r>
            <a:r>
              <a:rPr sz="1200" dirty="0">
                <a:latin typeface="Times New Roman"/>
                <a:cs typeface="Times New Roman"/>
              </a:rPr>
              <a:t>service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catalog.</a:t>
            </a:r>
            <a:endParaRPr sz="1200" dirty="0">
              <a:latin typeface="Times New Roman"/>
              <a:cs typeface="Times New Roman"/>
            </a:endParaRPr>
          </a:p>
          <a:p>
            <a:pPr marL="469900" lvl="1" indent="-228600">
              <a:lnSpc>
                <a:spcPct val="100000"/>
              </a:lnSpc>
              <a:spcBef>
                <a:spcPts val="185"/>
              </a:spcBef>
              <a:buSzPct val="83333"/>
              <a:buFont typeface="Arial MT"/>
              <a:buChar char="•"/>
              <a:tabLst>
                <a:tab pos="469900" algn="l"/>
              </a:tabLst>
            </a:pPr>
            <a:r>
              <a:rPr sz="1200" spc="-20" dirty="0">
                <a:latin typeface="Times New Roman"/>
                <a:cs typeface="Times New Roman"/>
              </a:rPr>
              <a:t>To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provide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dynamic</a:t>
            </a:r>
            <a:r>
              <a:rPr sz="1200" b="1" spc="-4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and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guided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form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that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adapts based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user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input.</a:t>
            </a:r>
            <a:endParaRPr sz="1200" dirty="0">
              <a:latin typeface="Times New Roman"/>
              <a:cs typeface="Times New Roman"/>
            </a:endParaRPr>
          </a:p>
          <a:p>
            <a:pPr marL="469900" lvl="1" indent="-228600">
              <a:lnSpc>
                <a:spcPct val="100000"/>
              </a:lnSpc>
              <a:spcBef>
                <a:spcPts val="160"/>
              </a:spcBef>
              <a:buSzPct val="83333"/>
              <a:buFont typeface="Arial MT"/>
              <a:buChar char="•"/>
              <a:tabLst>
                <a:tab pos="469900" algn="l"/>
              </a:tabLst>
            </a:pPr>
            <a:r>
              <a:rPr sz="1200" spc="-20" dirty="0">
                <a:latin typeface="Times New Roman"/>
                <a:cs typeface="Times New Roman"/>
              </a:rPr>
              <a:t>To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enable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workflow-</a:t>
            </a:r>
            <a:r>
              <a:rPr sz="1200" b="1" dirty="0">
                <a:latin typeface="Times New Roman"/>
                <a:cs typeface="Times New Roman"/>
              </a:rPr>
              <a:t>driven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approvals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faster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more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transparent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processing.</a:t>
            </a:r>
            <a:endParaRPr sz="1200" dirty="0">
              <a:latin typeface="Times New Roman"/>
              <a:cs typeface="Times New Roman"/>
            </a:endParaRPr>
          </a:p>
          <a:p>
            <a:pPr marL="469900" lvl="1" indent="-228600">
              <a:lnSpc>
                <a:spcPct val="100000"/>
              </a:lnSpc>
              <a:spcBef>
                <a:spcPts val="185"/>
              </a:spcBef>
              <a:buSzPct val="83333"/>
              <a:buFont typeface="Arial MT"/>
              <a:buChar char="•"/>
              <a:tabLst>
                <a:tab pos="469900" algn="l"/>
              </a:tabLst>
            </a:pPr>
            <a:r>
              <a:rPr sz="1200" spc="-20" dirty="0">
                <a:latin typeface="Times New Roman"/>
                <a:cs typeface="Times New Roman"/>
              </a:rPr>
              <a:t>To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ensure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data</a:t>
            </a:r>
            <a:r>
              <a:rPr sz="1200" b="1" spc="-4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accuracy</a:t>
            </a:r>
            <a:r>
              <a:rPr sz="1200" dirty="0">
                <a:latin typeface="Times New Roman"/>
                <a:cs typeface="Times New Roman"/>
              </a:rPr>
              <a:t>,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auditability</a:t>
            </a:r>
            <a:r>
              <a:rPr sz="1200" dirty="0">
                <a:latin typeface="Times New Roman"/>
                <a:cs typeface="Times New Roman"/>
              </a:rPr>
              <a:t>,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governance</a:t>
            </a:r>
            <a:r>
              <a:rPr sz="1200" b="1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through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controlled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changes.</a:t>
            </a:r>
            <a:endParaRPr sz="1200" dirty="0">
              <a:latin typeface="Times New Roman"/>
              <a:cs typeface="Times New Roman"/>
            </a:endParaRPr>
          </a:p>
          <a:p>
            <a:pPr marL="469900" lvl="1" indent="-228600">
              <a:lnSpc>
                <a:spcPct val="100000"/>
              </a:lnSpc>
              <a:spcBef>
                <a:spcPts val="185"/>
              </a:spcBef>
              <a:buSzPct val="83333"/>
              <a:buFont typeface="Arial MT"/>
              <a:buChar char="•"/>
              <a:tabLst>
                <a:tab pos="469900" algn="l"/>
              </a:tabLst>
            </a:pPr>
            <a:r>
              <a:rPr sz="1200" spc="-20" dirty="0">
                <a:latin typeface="Times New Roman"/>
                <a:cs typeface="Times New Roman"/>
              </a:rPr>
              <a:t>To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deliver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seamless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user</a:t>
            </a:r>
            <a:r>
              <a:rPr sz="1200" b="1" spc="-6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experience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with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optimized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performance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security.</a:t>
            </a:r>
            <a:endParaRPr sz="1200" dirty="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380"/>
              </a:spcBef>
              <a:buFont typeface="Arial MT"/>
              <a:buChar char="•"/>
            </a:pPr>
            <a:endParaRPr sz="1200" dirty="0">
              <a:latin typeface="Times New Roman"/>
              <a:cs typeface="Times New Roman"/>
            </a:endParaRPr>
          </a:p>
          <a:p>
            <a:pPr marL="165100" indent="-152400">
              <a:lnSpc>
                <a:spcPct val="100000"/>
              </a:lnSpc>
              <a:buSzPct val="91666"/>
              <a:buAutoNum type="arabicPeriod" startAt="2"/>
              <a:tabLst>
                <a:tab pos="165100" algn="l"/>
              </a:tabLst>
            </a:pPr>
            <a:r>
              <a:rPr sz="1200" b="1" dirty="0">
                <a:latin typeface="Times New Roman"/>
                <a:cs typeface="Times New Roman"/>
              </a:rPr>
              <a:t>Key</a:t>
            </a:r>
            <a:r>
              <a:rPr sz="1200" b="1" spc="-3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Components</a:t>
            </a:r>
            <a:endParaRPr sz="1200" dirty="0">
              <a:latin typeface="Times New Roman"/>
              <a:cs typeface="Times New Roman"/>
            </a:endParaRPr>
          </a:p>
          <a:p>
            <a:pPr marL="215900" lvl="1" indent="-193675">
              <a:lnSpc>
                <a:spcPct val="100000"/>
              </a:lnSpc>
              <a:spcBef>
                <a:spcPts val="185"/>
              </a:spcBef>
              <a:buFont typeface="Arial MT"/>
              <a:buChar char="•"/>
              <a:tabLst>
                <a:tab pos="215900" algn="l"/>
              </a:tabLst>
            </a:pPr>
            <a:r>
              <a:rPr sz="1200" b="1" dirty="0">
                <a:latin typeface="Times New Roman"/>
                <a:cs typeface="Times New Roman"/>
              </a:rPr>
              <a:t>Service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Portal</a:t>
            </a:r>
            <a:r>
              <a:rPr sz="1200" b="1" spc="-5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Interface:</a:t>
            </a:r>
            <a:r>
              <a:rPr sz="1200" b="1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User-</a:t>
            </a:r>
            <a:r>
              <a:rPr sz="1200" dirty="0">
                <a:latin typeface="Times New Roman"/>
                <a:cs typeface="Times New Roman"/>
              </a:rPr>
              <a:t>friendly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portal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submitting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laptop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requests.</a:t>
            </a:r>
            <a:endParaRPr sz="1200" dirty="0">
              <a:latin typeface="Times New Roman"/>
              <a:cs typeface="Times New Roman"/>
            </a:endParaRPr>
          </a:p>
          <a:p>
            <a:pPr marL="215900" lvl="1" indent="-193675">
              <a:lnSpc>
                <a:spcPct val="100000"/>
              </a:lnSpc>
              <a:spcBef>
                <a:spcPts val="190"/>
              </a:spcBef>
              <a:buFont typeface="Arial MT"/>
              <a:buChar char="•"/>
              <a:tabLst>
                <a:tab pos="215900" algn="l"/>
              </a:tabLst>
            </a:pPr>
            <a:r>
              <a:rPr sz="1200" b="1" dirty="0">
                <a:latin typeface="Times New Roman"/>
                <a:cs typeface="Times New Roman"/>
              </a:rPr>
              <a:t>Catalog</a:t>
            </a:r>
            <a:r>
              <a:rPr sz="1200" b="1" spc="-3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Item</a:t>
            </a:r>
            <a:r>
              <a:rPr sz="1200" b="1" spc="-3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&amp;</a:t>
            </a:r>
            <a:r>
              <a:rPr sz="1200" b="1" spc="-3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Form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Fields: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Dynamic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fields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accurate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input.</a:t>
            </a:r>
            <a:endParaRPr sz="1200" dirty="0">
              <a:latin typeface="Times New Roman"/>
              <a:cs typeface="Times New Roman"/>
            </a:endParaRPr>
          </a:p>
          <a:p>
            <a:pPr marL="215900" lvl="1" indent="-193675">
              <a:lnSpc>
                <a:spcPct val="100000"/>
              </a:lnSpc>
              <a:spcBef>
                <a:spcPts val="185"/>
              </a:spcBef>
              <a:buFont typeface="Arial MT"/>
              <a:buChar char="•"/>
              <a:tabLst>
                <a:tab pos="215900" algn="l"/>
              </a:tabLst>
            </a:pPr>
            <a:r>
              <a:rPr sz="1200" b="1" dirty="0">
                <a:latin typeface="Times New Roman"/>
                <a:cs typeface="Times New Roman"/>
              </a:rPr>
              <a:t>Client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Scripts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&amp;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UI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Policies:</a:t>
            </a:r>
            <a:r>
              <a:rPr sz="1200" b="1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Manage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field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visibility,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validations,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reset</a:t>
            </a:r>
            <a:r>
              <a:rPr sz="1200" spc="-10" dirty="0">
                <a:latin typeface="Times New Roman"/>
                <a:cs typeface="Times New Roman"/>
              </a:rPr>
              <a:t> actions.</a:t>
            </a:r>
            <a:endParaRPr sz="1200" dirty="0">
              <a:latin typeface="Times New Roman"/>
              <a:cs typeface="Times New Roman"/>
            </a:endParaRPr>
          </a:p>
          <a:p>
            <a:pPr marL="215900" lvl="1" indent="-193675">
              <a:lnSpc>
                <a:spcPct val="100000"/>
              </a:lnSpc>
              <a:spcBef>
                <a:spcPts val="185"/>
              </a:spcBef>
              <a:buFont typeface="Arial MT"/>
              <a:buChar char="•"/>
              <a:tabLst>
                <a:tab pos="215900" algn="l"/>
              </a:tabLst>
            </a:pPr>
            <a:r>
              <a:rPr sz="1200" b="1" spc="-10" dirty="0">
                <a:latin typeface="Times New Roman"/>
                <a:cs typeface="Times New Roman"/>
              </a:rPr>
              <a:t>Workflow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/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Flow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Designer:</a:t>
            </a:r>
            <a:r>
              <a:rPr sz="1200" b="1" spc="-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Automates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approval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fulfillment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processes.</a:t>
            </a:r>
            <a:endParaRPr sz="1200" dirty="0">
              <a:latin typeface="Times New Roman"/>
              <a:cs typeface="Times New Roman"/>
            </a:endParaRPr>
          </a:p>
          <a:p>
            <a:pPr marL="215900" lvl="1" indent="-193675">
              <a:lnSpc>
                <a:spcPct val="100000"/>
              </a:lnSpc>
              <a:spcBef>
                <a:spcPts val="185"/>
              </a:spcBef>
              <a:buFont typeface="Arial MT"/>
              <a:buChar char="•"/>
              <a:tabLst>
                <a:tab pos="215900" algn="l"/>
              </a:tabLst>
            </a:pPr>
            <a:r>
              <a:rPr sz="1200" b="1" dirty="0">
                <a:latin typeface="Times New Roman"/>
                <a:cs typeface="Times New Roman"/>
              </a:rPr>
              <a:t>Notification</a:t>
            </a:r>
            <a:r>
              <a:rPr sz="1200" b="1" spc="-4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System:</a:t>
            </a:r>
            <a:r>
              <a:rPr sz="1200" b="1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Sends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status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updates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alerts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users.</a:t>
            </a:r>
            <a:endParaRPr sz="1200" dirty="0">
              <a:latin typeface="Times New Roman"/>
              <a:cs typeface="Times New Roman"/>
            </a:endParaRPr>
          </a:p>
          <a:p>
            <a:pPr marL="215900" lvl="1" indent="-193675">
              <a:lnSpc>
                <a:spcPct val="100000"/>
              </a:lnSpc>
              <a:spcBef>
                <a:spcPts val="185"/>
              </a:spcBef>
              <a:buFont typeface="Arial MT"/>
              <a:buChar char="•"/>
              <a:tabLst>
                <a:tab pos="215900" algn="l"/>
              </a:tabLst>
            </a:pPr>
            <a:r>
              <a:rPr sz="1200" b="1" dirty="0">
                <a:latin typeface="Times New Roman"/>
                <a:cs typeface="Times New Roman"/>
              </a:rPr>
              <a:t>Integration</a:t>
            </a:r>
            <a:r>
              <a:rPr sz="1200" b="1" spc="-3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Layer: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Connects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with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HR,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CMDB,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and</a:t>
            </a:r>
            <a:r>
              <a:rPr sz="1200" spc="-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Asset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systems.</a:t>
            </a:r>
            <a:endParaRPr sz="1200" dirty="0">
              <a:latin typeface="Times New Roman"/>
              <a:cs typeface="Times New Roman"/>
            </a:endParaRPr>
          </a:p>
          <a:p>
            <a:pPr marL="215900" lvl="1" indent="-193675">
              <a:lnSpc>
                <a:spcPct val="100000"/>
              </a:lnSpc>
              <a:spcBef>
                <a:spcPts val="185"/>
              </a:spcBef>
              <a:buFont typeface="Arial MT"/>
              <a:buChar char="•"/>
              <a:tabLst>
                <a:tab pos="215900" algn="l"/>
              </a:tabLst>
            </a:pPr>
            <a:r>
              <a:rPr sz="1200" b="1" dirty="0">
                <a:latin typeface="Times New Roman"/>
                <a:cs typeface="Times New Roman"/>
              </a:rPr>
              <a:t>Audit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&amp;</a:t>
            </a:r>
            <a:r>
              <a:rPr sz="1200" b="1" spc="-40" dirty="0">
                <a:latin typeface="Times New Roman"/>
                <a:cs typeface="Times New Roman"/>
              </a:rPr>
              <a:t> </a:t>
            </a:r>
            <a:r>
              <a:rPr sz="1200" b="1" spc="-20" dirty="0">
                <a:latin typeface="Times New Roman"/>
                <a:cs typeface="Times New Roman"/>
              </a:rPr>
              <a:t>Tracking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Module:</a:t>
            </a:r>
            <a:r>
              <a:rPr sz="1200" b="1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Logs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all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activities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governance and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compliance.</a:t>
            </a:r>
            <a:endParaRPr sz="1200" dirty="0">
              <a:latin typeface="Times New Roman"/>
              <a:cs typeface="Times New Roman"/>
            </a:endParaRPr>
          </a:p>
          <a:p>
            <a:pPr marL="215900" marR="12700" lvl="1" indent="-194310">
              <a:lnSpc>
                <a:spcPct val="105900"/>
              </a:lnSpc>
              <a:spcBef>
                <a:spcPts val="125"/>
              </a:spcBef>
              <a:buFont typeface="Arial MT"/>
              <a:buChar char="•"/>
              <a:tabLst>
                <a:tab pos="215900" algn="l"/>
                <a:tab pos="821690" algn="l"/>
                <a:tab pos="1155065" algn="l"/>
                <a:tab pos="1326515" algn="l"/>
                <a:tab pos="2243455" algn="l"/>
                <a:tab pos="3017520" algn="l"/>
                <a:tab pos="3698875" algn="l"/>
                <a:tab pos="4648200" algn="l"/>
                <a:tab pos="5372100" algn="l"/>
              </a:tabLst>
            </a:pPr>
            <a:r>
              <a:rPr sz="1200" b="1" spc="-10" dirty="0">
                <a:latin typeface="Times New Roman"/>
                <a:cs typeface="Times New Roman"/>
              </a:rPr>
              <a:t>Update</a:t>
            </a:r>
            <a:r>
              <a:rPr sz="1200" b="1" dirty="0">
                <a:latin typeface="Times New Roman"/>
                <a:cs typeface="Times New Roman"/>
              </a:rPr>
              <a:t>	</a:t>
            </a:r>
            <a:r>
              <a:rPr sz="1200" b="1" spc="-25" dirty="0">
                <a:latin typeface="Times New Roman"/>
                <a:cs typeface="Times New Roman"/>
              </a:rPr>
              <a:t>Set</a:t>
            </a:r>
            <a:r>
              <a:rPr sz="1200" b="1" dirty="0">
                <a:latin typeface="Times New Roman"/>
                <a:cs typeface="Times New Roman"/>
              </a:rPr>
              <a:t>	</a:t>
            </a:r>
            <a:r>
              <a:rPr sz="1200" b="1" spc="-50" dirty="0">
                <a:latin typeface="Times New Roman"/>
                <a:cs typeface="Times New Roman"/>
              </a:rPr>
              <a:t>/</a:t>
            </a:r>
            <a:r>
              <a:rPr sz="1200" b="1" dirty="0">
                <a:latin typeface="Times New Roman"/>
                <a:cs typeface="Times New Roman"/>
              </a:rPr>
              <a:t>	</a:t>
            </a:r>
            <a:r>
              <a:rPr sz="1200" b="1" spc="-10" dirty="0">
                <a:latin typeface="Times New Roman"/>
                <a:cs typeface="Times New Roman"/>
              </a:rPr>
              <a:t>Deployment</a:t>
            </a:r>
            <a:r>
              <a:rPr sz="1200" b="1" dirty="0">
                <a:latin typeface="Times New Roman"/>
                <a:cs typeface="Times New Roman"/>
              </a:rPr>
              <a:t>	</a:t>
            </a:r>
            <a:r>
              <a:rPr sz="1200" b="1" spc="-10" dirty="0">
                <a:latin typeface="Times New Roman"/>
                <a:cs typeface="Times New Roman"/>
              </a:rPr>
              <a:t>Manager:</a:t>
            </a:r>
            <a:r>
              <a:rPr sz="1200" b="1" dirty="0">
                <a:latin typeface="Times New Roman"/>
                <a:cs typeface="Times New Roman"/>
              </a:rPr>
              <a:t>	</a:t>
            </a:r>
            <a:r>
              <a:rPr sz="1200" spc="-10" dirty="0">
                <a:latin typeface="Times New Roman"/>
                <a:cs typeface="Times New Roman"/>
              </a:rPr>
              <a:t>Manages</a:t>
            </a:r>
            <a:r>
              <a:rPr sz="1200" dirty="0">
                <a:latin typeface="Times New Roman"/>
                <a:cs typeface="Times New Roman"/>
              </a:rPr>
              <a:t>	</a:t>
            </a:r>
            <a:r>
              <a:rPr sz="1200" spc="-10" dirty="0">
                <a:latin typeface="Times New Roman"/>
                <a:cs typeface="Times New Roman"/>
              </a:rPr>
              <a:t>configuration</a:t>
            </a:r>
            <a:r>
              <a:rPr sz="1200" dirty="0">
                <a:latin typeface="Times New Roman"/>
                <a:cs typeface="Times New Roman"/>
              </a:rPr>
              <a:t>	</a:t>
            </a:r>
            <a:r>
              <a:rPr sz="1200" spc="-10" dirty="0">
                <a:latin typeface="Times New Roman"/>
                <a:cs typeface="Times New Roman"/>
              </a:rPr>
              <a:t>migration</a:t>
            </a:r>
            <a:r>
              <a:rPr sz="1200" dirty="0">
                <a:latin typeface="Times New Roman"/>
                <a:cs typeface="Times New Roman"/>
              </a:rPr>
              <a:t>	</a:t>
            </a:r>
            <a:r>
              <a:rPr sz="1200" spc="-10" dirty="0">
                <a:latin typeface="Times New Roman"/>
                <a:cs typeface="Times New Roman"/>
              </a:rPr>
              <a:t>across environments.</a:t>
            </a:r>
            <a:endParaRPr sz="12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5"/>
              </a:spcBef>
            </a:pPr>
            <a:endParaRPr sz="1200" dirty="0">
              <a:latin typeface="Times New Roman"/>
              <a:cs typeface="Times New Roman"/>
            </a:endParaRPr>
          </a:p>
          <a:p>
            <a:pPr marL="125730" indent="-117475">
              <a:lnSpc>
                <a:spcPct val="100000"/>
              </a:lnSpc>
              <a:buSzPct val="91666"/>
              <a:buAutoNum type="arabicPeriod" startAt="3"/>
              <a:tabLst>
                <a:tab pos="125730" algn="l"/>
              </a:tabLst>
            </a:pPr>
            <a:r>
              <a:rPr sz="1200" b="1" dirty="0">
                <a:latin typeface="Times New Roman"/>
                <a:cs typeface="Times New Roman"/>
              </a:rPr>
              <a:t>Development</a:t>
            </a:r>
            <a:r>
              <a:rPr sz="1200" b="1" spc="-75" dirty="0">
                <a:latin typeface="Times New Roman"/>
                <a:cs typeface="Times New Roman"/>
              </a:rPr>
              <a:t> </a:t>
            </a:r>
            <a:r>
              <a:rPr sz="1200" b="1" spc="-20" dirty="0">
                <a:latin typeface="Times New Roman"/>
                <a:cs typeface="Times New Roman"/>
              </a:rPr>
              <a:t>Phase</a:t>
            </a:r>
            <a:endParaRPr sz="1200" dirty="0">
              <a:latin typeface="Times New Roman"/>
              <a:cs typeface="Times New Roman"/>
            </a:endParaRPr>
          </a:p>
          <a:p>
            <a:pPr marL="469900" marR="11430" lvl="1" indent="-228600">
              <a:lnSpc>
                <a:spcPct val="109500"/>
              </a:lnSpc>
              <a:spcBef>
                <a:spcPts val="25"/>
              </a:spcBef>
              <a:buSzPct val="83333"/>
              <a:buFont typeface="Arial MT"/>
              <a:buChar char="•"/>
              <a:tabLst>
                <a:tab pos="469900" algn="l"/>
              </a:tabLst>
            </a:pPr>
            <a:r>
              <a:rPr sz="1200" b="1" spc="-10" dirty="0">
                <a:latin typeface="Times New Roman"/>
                <a:cs typeface="Times New Roman"/>
              </a:rPr>
              <a:t>Requirement</a:t>
            </a:r>
            <a:r>
              <a:rPr sz="1200" b="1" spc="-1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Analysis:</a:t>
            </a:r>
            <a:r>
              <a:rPr sz="1200" b="1" spc="-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Gather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user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needs,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identify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process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gaps,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define</a:t>
            </a:r>
            <a:r>
              <a:rPr sz="1200" spc="-6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functional goals.</a:t>
            </a:r>
            <a:endParaRPr sz="1200" dirty="0">
              <a:latin typeface="Times New Roman"/>
              <a:cs typeface="Times New Roman"/>
            </a:endParaRPr>
          </a:p>
          <a:p>
            <a:pPr marL="469900" lvl="1" indent="-228600">
              <a:lnSpc>
                <a:spcPct val="100000"/>
              </a:lnSpc>
              <a:spcBef>
                <a:spcPts val="160"/>
              </a:spcBef>
              <a:buSzPct val="83333"/>
              <a:buFont typeface="Arial MT"/>
              <a:buChar char="•"/>
              <a:tabLst>
                <a:tab pos="469900" algn="l"/>
              </a:tabLst>
            </a:pPr>
            <a:r>
              <a:rPr sz="1200" b="1" dirty="0">
                <a:latin typeface="Times New Roman"/>
                <a:cs typeface="Times New Roman"/>
              </a:rPr>
              <a:t>Design</a:t>
            </a:r>
            <a:r>
              <a:rPr sz="1200" b="1" spc="-4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&amp;</a:t>
            </a:r>
            <a:r>
              <a:rPr sz="1200" b="1" spc="-7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Architecture: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Plan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system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flow,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UI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structure,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integration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points.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14" name="object 4"/>
          <p:cNvSpPr txBox="1"/>
          <p:nvPr/>
        </p:nvSpPr>
        <p:spPr>
          <a:xfrm>
            <a:off x="934214" y="527559"/>
            <a:ext cx="7543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latin typeface="Times New Roman"/>
                <a:cs typeface="Times New Roman"/>
              </a:rPr>
              <a:t>Conclusion</a:t>
            </a:r>
            <a:endParaRPr sz="12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4800" y="304799"/>
            <a:ext cx="6956425" cy="10090150"/>
          </a:xfrm>
          <a:custGeom>
            <a:avLst/>
            <a:gdLst/>
            <a:ahLst/>
            <a:cxnLst/>
            <a:rect l="l" t="t" r="r" b="b"/>
            <a:pathLst>
              <a:path w="6956425" h="10090150">
                <a:moveTo>
                  <a:pt x="6956044" y="0"/>
                </a:moveTo>
                <a:lnTo>
                  <a:pt x="6946900" y="0"/>
                </a:lnTo>
                <a:lnTo>
                  <a:pt x="6946900" y="9144"/>
                </a:lnTo>
                <a:lnTo>
                  <a:pt x="6946900" y="10080625"/>
                </a:lnTo>
                <a:lnTo>
                  <a:pt x="9144" y="10080625"/>
                </a:lnTo>
                <a:lnTo>
                  <a:pt x="9144" y="9144"/>
                </a:lnTo>
                <a:lnTo>
                  <a:pt x="6946900" y="9144"/>
                </a:lnTo>
                <a:lnTo>
                  <a:pt x="6946900" y="0"/>
                </a:lnTo>
                <a:lnTo>
                  <a:pt x="9144" y="0"/>
                </a:lnTo>
                <a:lnTo>
                  <a:pt x="6350" y="0"/>
                </a:lnTo>
                <a:lnTo>
                  <a:pt x="0" y="0"/>
                </a:lnTo>
                <a:lnTo>
                  <a:pt x="0" y="6350"/>
                </a:lnTo>
                <a:lnTo>
                  <a:pt x="0" y="9144"/>
                </a:lnTo>
                <a:lnTo>
                  <a:pt x="0" y="10080625"/>
                </a:lnTo>
                <a:lnTo>
                  <a:pt x="0" y="10089769"/>
                </a:lnTo>
                <a:lnTo>
                  <a:pt x="6350" y="10089769"/>
                </a:lnTo>
                <a:lnTo>
                  <a:pt x="9144" y="10089769"/>
                </a:lnTo>
                <a:lnTo>
                  <a:pt x="6946900" y="10089769"/>
                </a:lnTo>
                <a:lnTo>
                  <a:pt x="6956044" y="10089769"/>
                </a:lnTo>
                <a:lnTo>
                  <a:pt x="6956044" y="10080625"/>
                </a:lnTo>
                <a:lnTo>
                  <a:pt x="6956044" y="9144"/>
                </a:lnTo>
                <a:lnTo>
                  <a:pt x="6956044" y="6350"/>
                </a:lnTo>
                <a:lnTo>
                  <a:pt x="695604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21410" y="878586"/>
            <a:ext cx="5540375" cy="1029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marR="5080" indent="-228600">
              <a:lnSpc>
                <a:spcPct val="107600"/>
              </a:lnSpc>
              <a:spcBef>
                <a:spcPts val="100"/>
              </a:spcBef>
              <a:buSzPct val="83333"/>
              <a:buFont typeface="Arial MT"/>
              <a:buChar char="•"/>
              <a:tabLst>
                <a:tab pos="241300" algn="l"/>
              </a:tabLst>
            </a:pPr>
            <a:r>
              <a:rPr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Development:</a:t>
            </a:r>
            <a:r>
              <a:rPr sz="1200" b="1" spc="4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Configure</a:t>
            </a:r>
            <a:r>
              <a:rPr sz="1200" spc="4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catalog</a:t>
            </a:r>
            <a:r>
              <a:rPr sz="1200" spc="4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item,</a:t>
            </a:r>
            <a:r>
              <a:rPr sz="1200" spc="4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client</a:t>
            </a:r>
            <a:r>
              <a:rPr sz="1200" spc="4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scripts,</a:t>
            </a:r>
            <a:r>
              <a:rPr sz="1200" spc="4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workflows,</a:t>
            </a:r>
            <a:r>
              <a:rPr sz="1200" spc="4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1200" spc="4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 behaviors.</a:t>
            </a:r>
            <a:endParaRPr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40665" indent="-227965">
              <a:lnSpc>
                <a:spcPct val="100000"/>
              </a:lnSpc>
              <a:spcBef>
                <a:spcPts val="185"/>
              </a:spcBef>
              <a:buSzPct val="83333"/>
              <a:buFont typeface="Arial MT"/>
              <a:buChar char="•"/>
              <a:tabLst>
                <a:tab pos="240665" algn="l"/>
              </a:tabLst>
            </a:pPr>
            <a:r>
              <a:rPr sz="12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Testing</a:t>
            </a:r>
            <a:r>
              <a:rPr sz="1200" b="1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</a:t>
            </a:r>
            <a:r>
              <a:rPr sz="1200" b="1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Validation:</a:t>
            </a:r>
            <a:r>
              <a:rPr sz="1200" b="1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Conduct</a:t>
            </a:r>
            <a:r>
              <a:rPr sz="12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functional,</a:t>
            </a:r>
            <a:r>
              <a:rPr sz="12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performance,</a:t>
            </a:r>
            <a:r>
              <a:rPr sz="12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12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</a:t>
            </a:r>
            <a:r>
              <a:rPr sz="12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acceptance</a:t>
            </a:r>
            <a:r>
              <a:rPr sz="12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testing.</a:t>
            </a:r>
            <a:endParaRPr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41300" marR="7620" indent="-228600">
              <a:lnSpc>
                <a:spcPct val="107600"/>
              </a:lnSpc>
              <a:spcBef>
                <a:spcPts val="75"/>
              </a:spcBef>
              <a:buSzPct val="83333"/>
              <a:buFont typeface="Arial MT"/>
              <a:buChar char="•"/>
              <a:tabLst>
                <a:tab pos="241300" algn="l"/>
              </a:tabLst>
            </a:pPr>
            <a:r>
              <a:rPr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Deployment</a:t>
            </a:r>
            <a:r>
              <a:rPr sz="1200" b="1" spc="25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</a:t>
            </a:r>
            <a:r>
              <a:rPr sz="1200" b="1" spc="2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Governance:</a:t>
            </a:r>
            <a:r>
              <a:rPr sz="1200" b="1" spc="2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</a:t>
            </a:r>
            <a:r>
              <a:rPr sz="1200" spc="2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solution,</a:t>
            </a:r>
            <a:r>
              <a:rPr sz="1200" spc="2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</a:t>
            </a:r>
            <a:r>
              <a:rPr sz="1200" spc="2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audit</a:t>
            </a:r>
            <a:r>
              <a:rPr sz="1200" spc="2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tracking,</a:t>
            </a:r>
            <a:r>
              <a:rPr sz="1200" spc="2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1200" spc="2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 compliance.</a:t>
            </a:r>
            <a:endParaRPr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xfrm>
            <a:off x="3684651" y="9991183"/>
            <a:ext cx="228600" cy="187872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23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02970" y="2755900"/>
            <a:ext cx="5772785" cy="2367315"/>
          </a:xfrm>
          <a:prstGeom prst="rect">
            <a:avLst/>
          </a:prstGeom>
        </p:spPr>
        <p:txBody>
          <a:bodyPr vert="horz" wrap="square" lIns="0" tIns="3619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285"/>
              </a:spcBef>
            </a:pPr>
            <a:r>
              <a:rPr sz="12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</a:t>
            </a:r>
            <a:r>
              <a:rPr sz="1200" b="1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</a:t>
            </a:r>
            <a:r>
              <a:rPr sz="1200" b="1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Description</a:t>
            </a:r>
            <a:endParaRPr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225" marR="5080" indent="457200" algn="just">
              <a:lnSpc>
                <a:spcPct val="108300"/>
              </a:lnSpc>
              <a:spcBef>
                <a:spcPts val="65"/>
              </a:spcBef>
            </a:pP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12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Laptop</a:t>
            </a:r>
            <a:r>
              <a:rPr sz="1200" b="1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Request</a:t>
            </a:r>
            <a:r>
              <a:rPr sz="1200" b="1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Catalog</a:t>
            </a:r>
            <a:r>
              <a:rPr sz="1200" b="1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Item</a:t>
            </a:r>
            <a:r>
              <a:rPr sz="12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r>
              <a:rPr sz="12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</a:t>
            </a:r>
            <a:r>
              <a:rPr sz="12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sz="12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built</a:t>
            </a:r>
            <a:r>
              <a:rPr sz="12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12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transform</a:t>
            </a:r>
            <a:r>
              <a:rPr sz="12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12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manual, </a:t>
            </a:r>
            <a:r>
              <a:rPr sz="12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error-</a:t>
            </a: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prone</a:t>
            </a:r>
            <a:r>
              <a:rPr sz="1200" spc="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laptop</a:t>
            </a:r>
            <a:r>
              <a:rPr sz="1200" spc="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request</a:t>
            </a:r>
            <a:r>
              <a:rPr sz="1200" spc="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</a:t>
            </a:r>
            <a:r>
              <a:rPr sz="1200" spc="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into</a:t>
            </a:r>
            <a:r>
              <a:rPr sz="1200" spc="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1200" spc="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fully</a:t>
            </a:r>
            <a:r>
              <a:rPr sz="1200" b="1" spc="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</a:t>
            </a:r>
            <a:r>
              <a:rPr sz="1200" b="1" spc="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1200" b="1" spc="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transparent</a:t>
            </a:r>
            <a:r>
              <a:rPr sz="1200" b="1" spc="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workflow</a:t>
            </a: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sz="1200" spc="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</a:t>
            </a:r>
            <a:r>
              <a:rPr sz="1200" spc="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integrates</a:t>
            </a:r>
            <a:r>
              <a:rPr sz="1200" spc="1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ServiceNow</a:t>
            </a:r>
            <a:r>
              <a:rPr sz="1200" b="1" spc="1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catalog</a:t>
            </a:r>
            <a:r>
              <a:rPr sz="1200" b="1" spc="1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capabilities</a:t>
            </a: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sz="1200" spc="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workflow</a:t>
            </a:r>
            <a:r>
              <a:rPr sz="1200" b="1" spc="1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automation</a:t>
            </a: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sz="1200" spc="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1200" spc="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 </a:t>
            </a:r>
            <a:r>
              <a:rPr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</a:t>
            </a:r>
            <a:r>
              <a:rPr sz="1200" b="1" spc="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notifications</a:t>
            </a:r>
            <a:r>
              <a:rPr sz="1200" b="1" spc="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1200" spc="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</a:t>
            </a:r>
            <a:r>
              <a:rPr sz="1200" spc="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1200" spc="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employee</a:t>
            </a:r>
            <a:r>
              <a:rPr sz="1200" spc="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experience.</a:t>
            </a:r>
            <a:r>
              <a:rPr sz="1200" spc="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</a:t>
            </a:r>
            <a:r>
              <a:rPr sz="1200" spc="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</a:t>
            </a:r>
            <a:r>
              <a:rPr sz="1200" spc="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fields</a:t>
            </a:r>
            <a:r>
              <a:rPr sz="1200" spc="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simplify</a:t>
            </a:r>
            <a:r>
              <a:rPr sz="1200" spc="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</a:t>
            </a:r>
            <a:r>
              <a:rPr sz="1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entry,</a:t>
            </a:r>
            <a:r>
              <a:rPr sz="12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while</a:t>
            </a:r>
            <a:r>
              <a:rPr sz="12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</a:t>
            </a:r>
            <a:r>
              <a:rPr sz="1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approvals</a:t>
            </a:r>
            <a:r>
              <a:rPr sz="12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12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tracking</a:t>
            </a:r>
            <a:r>
              <a:rPr sz="1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</a:t>
            </a:r>
            <a:r>
              <a:rPr sz="12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efficiency</a:t>
            </a:r>
            <a:r>
              <a:rPr sz="1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12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compliance.</a:t>
            </a:r>
            <a:r>
              <a:rPr sz="12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1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layered </a:t>
            </a: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structure</a:t>
            </a:r>
            <a:r>
              <a:rPr sz="1200" spc="2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</a:t>
            </a:r>
            <a:r>
              <a:rPr sz="1200" spc="2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consisting</a:t>
            </a:r>
            <a:r>
              <a:rPr sz="1200" spc="2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1200" spc="2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</a:t>
            </a:r>
            <a:r>
              <a:rPr sz="1200" b="1" spc="2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Interface</a:t>
            </a: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sz="1200" spc="2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Workflow</a:t>
            </a:r>
            <a:r>
              <a:rPr sz="1200" b="1" spc="2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Logic</a:t>
            </a: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sz="1200" spc="2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</a:t>
            </a:r>
            <a:r>
              <a:rPr sz="1200" b="1" spc="2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Services</a:t>
            </a: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sz="1200" spc="2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Governance</a:t>
            </a:r>
            <a:r>
              <a:rPr sz="1200" b="1" spc="20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Modules</a:t>
            </a:r>
            <a:r>
              <a:rPr sz="1200" b="1" spc="2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</a:t>
            </a:r>
            <a:r>
              <a:rPr sz="1200" spc="2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ensures</a:t>
            </a:r>
            <a:r>
              <a:rPr sz="1200" spc="2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scalability,</a:t>
            </a:r>
            <a:r>
              <a:rPr sz="1200" spc="2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maintainability,</a:t>
            </a:r>
            <a:r>
              <a:rPr sz="1200" spc="2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1200" spc="2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reliability.</a:t>
            </a:r>
            <a:r>
              <a:rPr sz="1200" spc="1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1200" spc="2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</a:t>
            </a: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</a:t>
            </a:r>
            <a:r>
              <a:rPr sz="1200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continuous</a:t>
            </a:r>
            <a:r>
              <a:rPr sz="1200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improvement</a:t>
            </a:r>
            <a:r>
              <a:rPr sz="1200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through</a:t>
            </a:r>
            <a:r>
              <a:rPr sz="1200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monitored</a:t>
            </a:r>
            <a:r>
              <a:rPr sz="1200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metrics,</a:t>
            </a:r>
            <a:r>
              <a:rPr sz="1200" spc="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audit</a:t>
            </a:r>
            <a:r>
              <a:rPr sz="1200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logs,</a:t>
            </a:r>
            <a:r>
              <a:rPr sz="1200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1200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update</a:t>
            </a:r>
            <a:r>
              <a:rPr sz="1200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sets</a:t>
            </a:r>
            <a:r>
              <a:rPr sz="1200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</a:t>
            </a: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version</a:t>
            </a:r>
            <a:r>
              <a:rPr sz="12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control.</a:t>
            </a:r>
            <a:endParaRPr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1180"/>
              </a:spcBef>
            </a:pPr>
            <a:endParaRPr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78242" y="6039998"/>
            <a:ext cx="5200015" cy="343308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7289ABB8-4B7C-777E-FA80-758B5B12DFD6}"/>
              </a:ext>
            </a:extLst>
          </p:cNvPr>
          <p:cNvSpPr txBox="1"/>
          <p:nvPr/>
        </p:nvSpPr>
        <p:spPr>
          <a:xfrm>
            <a:off x="871220" y="5385520"/>
            <a:ext cx="3779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 algn="just">
              <a:lnSpc>
                <a:spcPct val="100000"/>
              </a:lnSpc>
            </a:pPr>
            <a:r>
              <a:rPr lang="en-IN" sz="18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</a:t>
            </a:r>
            <a:r>
              <a:rPr lang="en-IN" sz="1800" b="1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8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</a:t>
            </a:r>
            <a:r>
              <a:rPr lang="en-IN" sz="1800" b="1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8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Diagram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4800" y="304799"/>
            <a:ext cx="6956425" cy="10090150"/>
          </a:xfrm>
          <a:custGeom>
            <a:avLst/>
            <a:gdLst/>
            <a:ahLst/>
            <a:cxnLst/>
            <a:rect l="l" t="t" r="r" b="b"/>
            <a:pathLst>
              <a:path w="6956425" h="10090150">
                <a:moveTo>
                  <a:pt x="6956044" y="0"/>
                </a:moveTo>
                <a:lnTo>
                  <a:pt x="6946900" y="0"/>
                </a:lnTo>
                <a:lnTo>
                  <a:pt x="6946900" y="9144"/>
                </a:lnTo>
                <a:lnTo>
                  <a:pt x="6946900" y="10080625"/>
                </a:lnTo>
                <a:lnTo>
                  <a:pt x="9144" y="10080625"/>
                </a:lnTo>
                <a:lnTo>
                  <a:pt x="9144" y="9144"/>
                </a:lnTo>
                <a:lnTo>
                  <a:pt x="6946900" y="9144"/>
                </a:lnTo>
                <a:lnTo>
                  <a:pt x="6946900" y="0"/>
                </a:lnTo>
                <a:lnTo>
                  <a:pt x="9144" y="0"/>
                </a:lnTo>
                <a:lnTo>
                  <a:pt x="6350" y="0"/>
                </a:lnTo>
                <a:lnTo>
                  <a:pt x="0" y="0"/>
                </a:lnTo>
                <a:lnTo>
                  <a:pt x="0" y="6350"/>
                </a:lnTo>
                <a:lnTo>
                  <a:pt x="0" y="9144"/>
                </a:lnTo>
                <a:lnTo>
                  <a:pt x="0" y="10080625"/>
                </a:lnTo>
                <a:lnTo>
                  <a:pt x="0" y="10089769"/>
                </a:lnTo>
                <a:lnTo>
                  <a:pt x="6350" y="10089769"/>
                </a:lnTo>
                <a:lnTo>
                  <a:pt x="9144" y="10089769"/>
                </a:lnTo>
                <a:lnTo>
                  <a:pt x="6946900" y="10089769"/>
                </a:lnTo>
                <a:lnTo>
                  <a:pt x="6956044" y="10089769"/>
                </a:lnTo>
                <a:lnTo>
                  <a:pt x="6956044" y="10080625"/>
                </a:lnTo>
                <a:lnTo>
                  <a:pt x="6956044" y="9144"/>
                </a:lnTo>
                <a:lnTo>
                  <a:pt x="6956044" y="6350"/>
                </a:lnTo>
                <a:lnTo>
                  <a:pt x="695604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04800" y="4132328"/>
            <a:ext cx="6930390" cy="101566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2800" b="1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</a:t>
            </a:r>
            <a:r>
              <a:rPr sz="2800" b="1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1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Planning</a:t>
            </a:r>
            <a:r>
              <a:rPr sz="2800" b="1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1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225" algn="ctr">
              <a:lnSpc>
                <a:spcPct val="100000"/>
              </a:lnSpc>
              <a:spcBef>
                <a:spcPts val="1060"/>
              </a:spcBef>
            </a:pPr>
            <a:r>
              <a:rPr sz="2800" b="1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</a:t>
            </a:r>
            <a:r>
              <a:rPr sz="2800" b="1" spc="-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1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</a:t>
            </a:r>
            <a:r>
              <a:rPr sz="2800" b="1" spc="-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Backlog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pc="-25" dirty="0"/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4800" y="304799"/>
            <a:ext cx="6956425" cy="10090150"/>
          </a:xfrm>
          <a:custGeom>
            <a:avLst/>
            <a:gdLst/>
            <a:ahLst/>
            <a:cxnLst/>
            <a:rect l="l" t="t" r="r" b="b"/>
            <a:pathLst>
              <a:path w="6956425" h="10090150">
                <a:moveTo>
                  <a:pt x="632142" y="50863"/>
                </a:moveTo>
                <a:lnTo>
                  <a:pt x="625792" y="50863"/>
                </a:lnTo>
                <a:lnTo>
                  <a:pt x="625792" y="419481"/>
                </a:lnTo>
                <a:lnTo>
                  <a:pt x="632142" y="419481"/>
                </a:lnTo>
                <a:lnTo>
                  <a:pt x="632142" y="50863"/>
                </a:lnTo>
                <a:close/>
              </a:path>
              <a:path w="6956425" h="10090150">
                <a:moveTo>
                  <a:pt x="644842" y="50863"/>
                </a:moveTo>
                <a:lnTo>
                  <a:pt x="638492" y="50863"/>
                </a:lnTo>
                <a:lnTo>
                  <a:pt x="638492" y="419481"/>
                </a:lnTo>
                <a:lnTo>
                  <a:pt x="644842" y="419481"/>
                </a:lnTo>
                <a:lnTo>
                  <a:pt x="644842" y="50863"/>
                </a:lnTo>
                <a:close/>
              </a:path>
              <a:path w="6956425" h="10090150">
                <a:moveTo>
                  <a:pt x="943610" y="50863"/>
                </a:moveTo>
                <a:lnTo>
                  <a:pt x="937260" y="50863"/>
                </a:lnTo>
                <a:lnTo>
                  <a:pt x="937260" y="419481"/>
                </a:lnTo>
                <a:lnTo>
                  <a:pt x="943610" y="419481"/>
                </a:lnTo>
                <a:lnTo>
                  <a:pt x="943610" y="50863"/>
                </a:lnTo>
                <a:close/>
              </a:path>
              <a:path w="6956425" h="10090150">
                <a:moveTo>
                  <a:pt x="943610" y="19050"/>
                </a:moveTo>
                <a:lnTo>
                  <a:pt x="937260" y="19050"/>
                </a:lnTo>
                <a:lnTo>
                  <a:pt x="644842" y="19050"/>
                </a:lnTo>
                <a:lnTo>
                  <a:pt x="638492" y="19050"/>
                </a:lnTo>
                <a:lnTo>
                  <a:pt x="638492" y="25400"/>
                </a:lnTo>
                <a:lnTo>
                  <a:pt x="638492" y="50800"/>
                </a:lnTo>
                <a:lnTo>
                  <a:pt x="644842" y="50800"/>
                </a:lnTo>
                <a:lnTo>
                  <a:pt x="644842" y="25400"/>
                </a:lnTo>
                <a:lnTo>
                  <a:pt x="937260" y="25400"/>
                </a:lnTo>
                <a:lnTo>
                  <a:pt x="937260" y="50800"/>
                </a:lnTo>
                <a:lnTo>
                  <a:pt x="943610" y="50800"/>
                </a:lnTo>
                <a:lnTo>
                  <a:pt x="943610" y="25400"/>
                </a:lnTo>
                <a:lnTo>
                  <a:pt x="943610" y="19050"/>
                </a:lnTo>
                <a:close/>
              </a:path>
              <a:path w="6956425" h="10090150">
                <a:moveTo>
                  <a:pt x="956310" y="50863"/>
                </a:moveTo>
                <a:lnTo>
                  <a:pt x="949960" y="50863"/>
                </a:lnTo>
                <a:lnTo>
                  <a:pt x="949960" y="419481"/>
                </a:lnTo>
                <a:lnTo>
                  <a:pt x="956310" y="419481"/>
                </a:lnTo>
                <a:lnTo>
                  <a:pt x="956310" y="50863"/>
                </a:lnTo>
                <a:close/>
              </a:path>
              <a:path w="6956425" h="10090150">
                <a:moveTo>
                  <a:pt x="2544445" y="50863"/>
                </a:moveTo>
                <a:lnTo>
                  <a:pt x="2538095" y="50863"/>
                </a:lnTo>
                <a:lnTo>
                  <a:pt x="2538095" y="419481"/>
                </a:lnTo>
                <a:lnTo>
                  <a:pt x="2544445" y="419481"/>
                </a:lnTo>
                <a:lnTo>
                  <a:pt x="2544445" y="50863"/>
                </a:lnTo>
                <a:close/>
              </a:path>
              <a:path w="6956425" h="10090150">
                <a:moveTo>
                  <a:pt x="2544445" y="19050"/>
                </a:moveTo>
                <a:lnTo>
                  <a:pt x="2538095" y="19050"/>
                </a:lnTo>
                <a:lnTo>
                  <a:pt x="956310" y="19050"/>
                </a:lnTo>
                <a:lnTo>
                  <a:pt x="949960" y="19050"/>
                </a:lnTo>
                <a:lnTo>
                  <a:pt x="949960" y="25400"/>
                </a:lnTo>
                <a:lnTo>
                  <a:pt x="949960" y="50800"/>
                </a:lnTo>
                <a:lnTo>
                  <a:pt x="956310" y="50800"/>
                </a:lnTo>
                <a:lnTo>
                  <a:pt x="956310" y="25400"/>
                </a:lnTo>
                <a:lnTo>
                  <a:pt x="2538095" y="25400"/>
                </a:lnTo>
                <a:lnTo>
                  <a:pt x="2538095" y="50800"/>
                </a:lnTo>
                <a:lnTo>
                  <a:pt x="2544445" y="50800"/>
                </a:lnTo>
                <a:lnTo>
                  <a:pt x="2544445" y="25400"/>
                </a:lnTo>
                <a:lnTo>
                  <a:pt x="2544445" y="19050"/>
                </a:lnTo>
                <a:close/>
              </a:path>
              <a:path w="6956425" h="10090150">
                <a:moveTo>
                  <a:pt x="2557145" y="50863"/>
                </a:moveTo>
                <a:lnTo>
                  <a:pt x="2550795" y="50863"/>
                </a:lnTo>
                <a:lnTo>
                  <a:pt x="2550795" y="419481"/>
                </a:lnTo>
                <a:lnTo>
                  <a:pt x="2557145" y="419481"/>
                </a:lnTo>
                <a:lnTo>
                  <a:pt x="2557145" y="50863"/>
                </a:lnTo>
                <a:close/>
              </a:path>
              <a:path w="6956425" h="10090150">
                <a:moveTo>
                  <a:pt x="5752465" y="50863"/>
                </a:moveTo>
                <a:lnTo>
                  <a:pt x="5746115" y="50863"/>
                </a:lnTo>
                <a:lnTo>
                  <a:pt x="5746115" y="419481"/>
                </a:lnTo>
                <a:lnTo>
                  <a:pt x="5752465" y="419481"/>
                </a:lnTo>
                <a:lnTo>
                  <a:pt x="5752465" y="50863"/>
                </a:lnTo>
                <a:close/>
              </a:path>
              <a:path w="6956425" h="10090150">
                <a:moveTo>
                  <a:pt x="5752465" y="19050"/>
                </a:moveTo>
                <a:lnTo>
                  <a:pt x="5746115" y="19050"/>
                </a:lnTo>
                <a:lnTo>
                  <a:pt x="2557145" y="19050"/>
                </a:lnTo>
                <a:lnTo>
                  <a:pt x="2550795" y="19050"/>
                </a:lnTo>
                <a:lnTo>
                  <a:pt x="2550795" y="25400"/>
                </a:lnTo>
                <a:lnTo>
                  <a:pt x="2550795" y="50800"/>
                </a:lnTo>
                <a:lnTo>
                  <a:pt x="2557145" y="50800"/>
                </a:lnTo>
                <a:lnTo>
                  <a:pt x="2557145" y="25400"/>
                </a:lnTo>
                <a:lnTo>
                  <a:pt x="5746115" y="25400"/>
                </a:lnTo>
                <a:lnTo>
                  <a:pt x="5746115" y="50800"/>
                </a:lnTo>
                <a:lnTo>
                  <a:pt x="5752465" y="50800"/>
                </a:lnTo>
                <a:lnTo>
                  <a:pt x="5752465" y="25400"/>
                </a:lnTo>
                <a:lnTo>
                  <a:pt x="5752465" y="19050"/>
                </a:lnTo>
                <a:close/>
              </a:path>
              <a:path w="6956425" h="10090150">
                <a:moveTo>
                  <a:pt x="5765165" y="50863"/>
                </a:moveTo>
                <a:lnTo>
                  <a:pt x="5758815" y="50863"/>
                </a:lnTo>
                <a:lnTo>
                  <a:pt x="5758815" y="419481"/>
                </a:lnTo>
                <a:lnTo>
                  <a:pt x="5765165" y="419481"/>
                </a:lnTo>
                <a:lnTo>
                  <a:pt x="5765165" y="50863"/>
                </a:lnTo>
                <a:close/>
              </a:path>
              <a:path w="6956425" h="10090150">
                <a:moveTo>
                  <a:pt x="6333807" y="19050"/>
                </a:moveTo>
                <a:lnTo>
                  <a:pt x="5765165" y="19050"/>
                </a:lnTo>
                <a:lnTo>
                  <a:pt x="5758815" y="19050"/>
                </a:lnTo>
                <a:lnTo>
                  <a:pt x="5758815" y="25400"/>
                </a:lnTo>
                <a:lnTo>
                  <a:pt x="5758815" y="50800"/>
                </a:lnTo>
                <a:lnTo>
                  <a:pt x="5765165" y="50800"/>
                </a:lnTo>
                <a:lnTo>
                  <a:pt x="5765165" y="25400"/>
                </a:lnTo>
                <a:lnTo>
                  <a:pt x="6333807" y="25400"/>
                </a:lnTo>
                <a:lnTo>
                  <a:pt x="6333807" y="19050"/>
                </a:lnTo>
                <a:close/>
              </a:path>
              <a:path w="6956425" h="10090150">
                <a:moveTo>
                  <a:pt x="6340221" y="50863"/>
                </a:moveTo>
                <a:lnTo>
                  <a:pt x="6333871" y="50863"/>
                </a:lnTo>
                <a:lnTo>
                  <a:pt x="6333871" y="419481"/>
                </a:lnTo>
                <a:lnTo>
                  <a:pt x="6340221" y="419481"/>
                </a:lnTo>
                <a:lnTo>
                  <a:pt x="6340221" y="50863"/>
                </a:lnTo>
                <a:close/>
              </a:path>
              <a:path w="6956425" h="10090150">
                <a:moveTo>
                  <a:pt x="6340221" y="19050"/>
                </a:moveTo>
                <a:lnTo>
                  <a:pt x="6333871" y="19050"/>
                </a:lnTo>
                <a:lnTo>
                  <a:pt x="6333871" y="25400"/>
                </a:lnTo>
                <a:lnTo>
                  <a:pt x="6333871" y="50800"/>
                </a:lnTo>
                <a:lnTo>
                  <a:pt x="6340221" y="50800"/>
                </a:lnTo>
                <a:lnTo>
                  <a:pt x="6340221" y="25400"/>
                </a:lnTo>
                <a:lnTo>
                  <a:pt x="6340221" y="19050"/>
                </a:lnTo>
                <a:close/>
              </a:path>
              <a:path w="6956425" h="10090150">
                <a:moveTo>
                  <a:pt x="6352921" y="50863"/>
                </a:moveTo>
                <a:lnTo>
                  <a:pt x="6346571" y="50863"/>
                </a:lnTo>
                <a:lnTo>
                  <a:pt x="6346571" y="419481"/>
                </a:lnTo>
                <a:lnTo>
                  <a:pt x="6352921" y="419481"/>
                </a:lnTo>
                <a:lnTo>
                  <a:pt x="6352921" y="50863"/>
                </a:lnTo>
                <a:close/>
              </a:path>
              <a:path w="6956425" h="10090150">
                <a:moveTo>
                  <a:pt x="6956044" y="10080625"/>
                </a:moveTo>
                <a:lnTo>
                  <a:pt x="6946900" y="10080625"/>
                </a:lnTo>
                <a:lnTo>
                  <a:pt x="9144" y="10080625"/>
                </a:lnTo>
                <a:lnTo>
                  <a:pt x="6350" y="10080625"/>
                </a:lnTo>
                <a:lnTo>
                  <a:pt x="0" y="10080625"/>
                </a:lnTo>
                <a:lnTo>
                  <a:pt x="0" y="10089769"/>
                </a:lnTo>
                <a:lnTo>
                  <a:pt x="6350" y="10089769"/>
                </a:lnTo>
                <a:lnTo>
                  <a:pt x="9144" y="10089769"/>
                </a:lnTo>
                <a:lnTo>
                  <a:pt x="6946900" y="10089769"/>
                </a:lnTo>
                <a:lnTo>
                  <a:pt x="6956044" y="10089769"/>
                </a:lnTo>
                <a:lnTo>
                  <a:pt x="6956044" y="10080625"/>
                </a:lnTo>
                <a:close/>
              </a:path>
              <a:path w="6956425" h="10090150">
                <a:moveTo>
                  <a:pt x="6956044" y="0"/>
                </a:moveTo>
                <a:lnTo>
                  <a:pt x="6946900" y="0"/>
                </a:lnTo>
                <a:lnTo>
                  <a:pt x="9144" y="0"/>
                </a:lnTo>
                <a:lnTo>
                  <a:pt x="6350" y="0"/>
                </a:lnTo>
                <a:lnTo>
                  <a:pt x="0" y="0"/>
                </a:lnTo>
                <a:lnTo>
                  <a:pt x="0" y="9144"/>
                </a:lnTo>
                <a:lnTo>
                  <a:pt x="6350" y="9144"/>
                </a:lnTo>
                <a:lnTo>
                  <a:pt x="9144" y="9144"/>
                </a:lnTo>
                <a:lnTo>
                  <a:pt x="625792" y="9144"/>
                </a:lnTo>
                <a:lnTo>
                  <a:pt x="625792" y="12700"/>
                </a:lnTo>
                <a:lnTo>
                  <a:pt x="625792" y="50800"/>
                </a:lnTo>
                <a:lnTo>
                  <a:pt x="632142" y="50800"/>
                </a:lnTo>
                <a:lnTo>
                  <a:pt x="632142" y="12700"/>
                </a:lnTo>
                <a:lnTo>
                  <a:pt x="644842" y="12700"/>
                </a:lnTo>
                <a:lnTo>
                  <a:pt x="6333807" y="12700"/>
                </a:lnTo>
                <a:lnTo>
                  <a:pt x="6333807" y="9144"/>
                </a:lnTo>
                <a:lnTo>
                  <a:pt x="6333871" y="12700"/>
                </a:lnTo>
                <a:lnTo>
                  <a:pt x="6346571" y="12700"/>
                </a:lnTo>
                <a:lnTo>
                  <a:pt x="6346571" y="50800"/>
                </a:lnTo>
                <a:lnTo>
                  <a:pt x="6352921" y="50800"/>
                </a:lnTo>
                <a:lnTo>
                  <a:pt x="6352921" y="12700"/>
                </a:lnTo>
                <a:lnTo>
                  <a:pt x="6352921" y="9144"/>
                </a:lnTo>
                <a:lnTo>
                  <a:pt x="6946900" y="9144"/>
                </a:lnTo>
                <a:lnTo>
                  <a:pt x="6956044" y="9144"/>
                </a:lnTo>
                <a:lnTo>
                  <a:pt x="695604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1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30592" y="8178165"/>
            <a:ext cx="4625340" cy="825500"/>
          </a:xfrm>
          <a:custGeom>
            <a:avLst/>
            <a:gdLst/>
            <a:ahLst/>
            <a:cxnLst/>
            <a:rect l="l" t="t" r="r" b="b"/>
            <a:pathLst>
              <a:path w="4625340" h="825500">
                <a:moveTo>
                  <a:pt x="559117" y="425450"/>
                </a:moveTo>
                <a:lnTo>
                  <a:pt x="552767" y="425450"/>
                </a:lnTo>
                <a:lnTo>
                  <a:pt x="19050" y="425450"/>
                </a:lnTo>
                <a:lnTo>
                  <a:pt x="12700" y="425450"/>
                </a:lnTo>
                <a:lnTo>
                  <a:pt x="12700" y="431800"/>
                </a:lnTo>
                <a:lnTo>
                  <a:pt x="12700" y="457200"/>
                </a:lnTo>
                <a:lnTo>
                  <a:pt x="12700" y="825500"/>
                </a:lnTo>
                <a:lnTo>
                  <a:pt x="19050" y="825500"/>
                </a:lnTo>
                <a:lnTo>
                  <a:pt x="19050" y="457200"/>
                </a:lnTo>
                <a:lnTo>
                  <a:pt x="19050" y="431800"/>
                </a:lnTo>
                <a:lnTo>
                  <a:pt x="552767" y="431800"/>
                </a:lnTo>
                <a:lnTo>
                  <a:pt x="552767" y="457200"/>
                </a:lnTo>
                <a:lnTo>
                  <a:pt x="552767" y="825500"/>
                </a:lnTo>
                <a:lnTo>
                  <a:pt x="559117" y="825500"/>
                </a:lnTo>
                <a:lnTo>
                  <a:pt x="559117" y="457200"/>
                </a:lnTo>
                <a:lnTo>
                  <a:pt x="559117" y="431800"/>
                </a:lnTo>
                <a:lnTo>
                  <a:pt x="559117" y="425450"/>
                </a:lnTo>
                <a:close/>
              </a:path>
              <a:path w="4625340" h="825500">
                <a:moveTo>
                  <a:pt x="559117" y="12700"/>
                </a:moveTo>
                <a:lnTo>
                  <a:pt x="552767" y="12700"/>
                </a:lnTo>
                <a:lnTo>
                  <a:pt x="552767" y="19050"/>
                </a:lnTo>
                <a:lnTo>
                  <a:pt x="552767" y="44450"/>
                </a:lnTo>
                <a:lnTo>
                  <a:pt x="552767" y="412750"/>
                </a:lnTo>
                <a:lnTo>
                  <a:pt x="19050" y="412750"/>
                </a:lnTo>
                <a:lnTo>
                  <a:pt x="19050" y="44450"/>
                </a:lnTo>
                <a:lnTo>
                  <a:pt x="19050" y="19050"/>
                </a:lnTo>
                <a:lnTo>
                  <a:pt x="552767" y="19050"/>
                </a:lnTo>
                <a:lnTo>
                  <a:pt x="552767" y="12700"/>
                </a:lnTo>
                <a:lnTo>
                  <a:pt x="19050" y="12700"/>
                </a:lnTo>
                <a:lnTo>
                  <a:pt x="12700" y="12700"/>
                </a:lnTo>
                <a:lnTo>
                  <a:pt x="12700" y="19050"/>
                </a:lnTo>
                <a:lnTo>
                  <a:pt x="12700" y="44450"/>
                </a:lnTo>
                <a:lnTo>
                  <a:pt x="12700" y="412750"/>
                </a:lnTo>
                <a:lnTo>
                  <a:pt x="12700" y="419100"/>
                </a:lnTo>
                <a:lnTo>
                  <a:pt x="19050" y="419100"/>
                </a:lnTo>
                <a:lnTo>
                  <a:pt x="552767" y="419100"/>
                </a:lnTo>
                <a:lnTo>
                  <a:pt x="559117" y="419100"/>
                </a:lnTo>
                <a:lnTo>
                  <a:pt x="559117" y="412750"/>
                </a:lnTo>
                <a:lnTo>
                  <a:pt x="559117" y="44450"/>
                </a:lnTo>
                <a:lnTo>
                  <a:pt x="559117" y="19050"/>
                </a:lnTo>
                <a:lnTo>
                  <a:pt x="559117" y="12700"/>
                </a:lnTo>
                <a:close/>
              </a:path>
              <a:path w="4625340" h="825500">
                <a:moveTo>
                  <a:pt x="1238885" y="425450"/>
                </a:moveTo>
                <a:lnTo>
                  <a:pt x="571817" y="425450"/>
                </a:lnTo>
                <a:lnTo>
                  <a:pt x="565467" y="425450"/>
                </a:lnTo>
                <a:lnTo>
                  <a:pt x="565467" y="431800"/>
                </a:lnTo>
                <a:lnTo>
                  <a:pt x="565467" y="457200"/>
                </a:lnTo>
                <a:lnTo>
                  <a:pt x="565467" y="825500"/>
                </a:lnTo>
                <a:lnTo>
                  <a:pt x="571817" y="825500"/>
                </a:lnTo>
                <a:lnTo>
                  <a:pt x="571817" y="457200"/>
                </a:lnTo>
                <a:lnTo>
                  <a:pt x="571817" y="431800"/>
                </a:lnTo>
                <a:lnTo>
                  <a:pt x="1238885" y="431800"/>
                </a:lnTo>
                <a:lnTo>
                  <a:pt x="1238885" y="425450"/>
                </a:lnTo>
                <a:close/>
              </a:path>
              <a:path w="4625340" h="825500">
                <a:moveTo>
                  <a:pt x="1238885" y="12700"/>
                </a:moveTo>
                <a:lnTo>
                  <a:pt x="571817" y="12700"/>
                </a:lnTo>
                <a:lnTo>
                  <a:pt x="565467" y="12700"/>
                </a:lnTo>
                <a:lnTo>
                  <a:pt x="565467" y="19050"/>
                </a:lnTo>
                <a:lnTo>
                  <a:pt x="565467" y="44450"/>
                </a:lnTo>
                <a:lnTo>
                  <a:pt x="565467" y="412750"/>
                </a:lnTo>
                <a:lnTo>
                  <a:pt x="565467" y="419100"/>
                </a:lnTo>
                <a:lnTo>
                  <a:pt x="571817" y="419100"/>
                </a:lnTo>
                <a:lnTo>
                  <a:pt x="1238885" y="419100"/>
                </a:lnTo>
                <a:lnTo>
                  <a:pt x="1238885" y="412750"/>
                </a:lnTo>
                <a:lnTo>
                  <a:pt x="571817" y="412750"/>
                </a:lnTo>
                <a:lnTo>
                  <a:pt x="571817" y="44450"/>
                </a:lnTo>
                <a:lnTo>
                  <a:pt x="571817" y="19050"/>
                </a:lnTo>
                <a:lnTo>
                  <a:pt x="1238885" y="19050"/>
                </a:lnTo>
                <a:lnTo>
                  <a:pt x="1238885" y="12700"/>
                </a:lnTo>
                <a:close/>
              </a:path>
              <a:path w="4625340" h="825500">
                <a:moveTo>
                  <a:pt x="1238885" y="0"/>
                </a:moveTo>
                <a:lnTo>
                  <a:pt x="1238885" y="0"/>
                </a:lnTo>
                <a:lnTo>
                  <a:pt x="0" y="0"/>
                </a:lnTo>
                <a:lnTo>
                  <a:pt x="0" y="6350"/>
                </a:lnTo>
                <a:lnTo>
                  <a:pt x="0" y="825500"/>
                </a:lnTo>
                <a:lnTo>
                  <a:pt x="6350" y="825500"/>
                </a:lnTo>
                <a:lnTo>
                  <a:pt x="6350" y="6350"/>
                </a:lnTo>
                <a:lnTo>
                  <a:pt x="19050" y="6350"/>
                </a:lnTo>
                <a:lnTo>
                  <a:pt x="552767" y="6350"/>
                </a:lnTo>
                <a:lnTo>
                  <a:pt x="571817" y="6350"/>
                </a:lnTo>
                <a:lnTo>
                  <a:pt x="1238885" y="6350"/>
                </a:lnTo>
                <a:lnTo>
                  <a:pt x="1238885" y="0"/>
                </a:lnTo>
                <a:close/>
              </a:path>
              <a:path w="4625340" h="825500">
                <a:moveTo>
                  <a:pt x="1245298" y="425450"/>
                </a:moveTo>
                <a:lnTo>
                  <a:pt x="1238948" y="425450"/>
                </a:lnTo>
                <a:lnTo>
                  <a:pt x="1238948" y="431800"/>
                </a:lnTo>
                <a:lnTo>
                  <a:pt x="1238948" y="457200"/>
                </a:lnTo>
                <a:lnTo>
                  <a:pt x="1238948" y="825500"/>
                </a:lnTo>
                <a:lnTo>
                  <a:pt x="1245298" y="825500"/>
                </a:lnTo>
                <a:lnTo>
                  <a:pt x="1245298" y="457200"/>
                </a:lnTo>
                <a:lnTo>
                  <a:pt x="1245298" y="431800"/>
                </a:lnTo>
                <a:lnTo>
                  <a:pt x="1245298" y="425450"/>
                </a:lnTo>
                <a:close/>
              </a:path>
              <a:path w="4625340" h="825500">
                <a:moveTo>
                  <a:pt x="1245298" y="12700"/>
                </a:moveTo>
                <a:lnTo>
                  <a:pt x="1238948" y="12700"/>
                </a:lnTo>
                <a:lnTo>
                  <a:pt x="1238948" y="19050"/>
                </a:lnTo>
                <a:lnTo>
                  <a:pt x="1238948" y="44450"/>
                </a:lnTo>
                <a:lnTo>
                  <a:pt x="1238948" y="412750"/>
                </a:lnTo>
                <a:lnTo>
                  <a:pt x="1238948" y="419100"/>
                </a:lnTo>
                <a:lnTo>
                  <a:pt x="1245298" y="419100"/>
                </a:lnTo>
                <a:lnTo>
                  <a:pt x="1245298" y="412750"/>
                </a:lnTo>
                <a:lnTo>
                  <a:pt x="1245298" y="44450"/>
                </a:lnTo>
                <a:lnTo>
                  <a:pt x="1245298" y="19050"/>
                </a:lnTo>
                <a:lnTo>
                  <a:pt x="1245298" y="12700"/>
                </a:lnTo>
                <a:close/>
              </a:path>
              <a:path w="4625340" h="825500">
                <a:moveTo>
                  <a:pt x="4612068" y="425450"/>
                </a:moveTo>
                <a:lnTo>
                  <a:pt x="4605718" y="425450"/>
                </a:lnTo>
                <a:lnTo>
                  <a:pt x="1257998" y="425450"/>
                </a:lnTo>
                <a:lnTo>
                  <a:pt x="1251648" y="425450"/>
                </a:lnTo>
                <a:lnTo>
                  <a:pt x="1251648" y="431800"/>
                </a:lnTo>
                <a:lnTo>
                  <a:pt x="1251648" y="457200"/>
                </a:lnTo>
                <a:lnTo>
                  <a:pt x="1251648" y="825500"/>
                </a:lnTo>
                <a:lnTo>
                  <a:pt x="1257998" y="825500"/>
                </a:lnTo>
                <a:lnTo>
                  <a:pt x="1257998" y="457200"/>
                </a:lnTo>
                <a:lnTo>
                  <a:pt x="1257998" y="431800"/>
                </a:lnTo>
                <a:lnTo>
                  <a:pt x="4605718" y="431800"/>
                </a:lnTo>
                <a:lnTo>
                  <a:pt x="4605718" y="457200"/>
                </a:lnTo>
                <a:lnTo>
                  <a:pt x="4605718" y="825500"/>
                </a:lnTo>
                <a:lnTo>
                  <a:pt x="4612068" y="825500"/>
                </a:lnTo>
                <a:lnTo>
                  <a:pt x="4612068" y="457200"/>
                </a:lnTo>
                <a:lnTo>
                  <a:pt x="4612068" y="431800"/>
                </a:lnTo>
                <a:lnTo>
                  <a:pt x="4612068" y="425450"/>
                </a:lnTo>
                <a:close/>
              </a:path>
              <a:path w="4625340" h="825500">
                <a:moveTo>
                  <a:pt x="4612068" y="12700"/>
                </a:moveTo>
                <a:lnTo>
                  <a:pt x="4605718" y="12700"/>
                </a:lnTo>
                <a:lnTo>
                  <a:pt x="4605718" y="19050"/>
                </a:lnTo>
                <a:lnTo>
                  <a:pt x="4605718" y="44450"/>
                </a:lnTo>
                <a:lnTo>
                  <a:pt x="4605718" y="412750"/>
                </a:lnTo>
                <a:lnTo>
                  <a:pt x="1257998" y="412750"/>
                </a:lnTo>
                <a:lnTo>
                  <a:pt x="1257998" y="44450"/>
                </a:lnTo>
                <a:lnTo>
                  <a:pt x="1257998" y="19050"/>
                </a:lnTo>
                <a:lnTo>
                  <a:pt x="4605718" y="19050"/>
                </a:lnTo>
                <a:lnTo>
                  <a:pt x="4605718" y="12700"/>
                </a:lnTo>
                <a:lnTo>
                  <a:pt x="1257998" y="12700"/>
                </a:lnTo>
                <a:lnTo>
                  <a:pt x="1251648" y="12700"/>
                </a:lnTo>
                <a:lnTo>
                  <a:pt x="1251648" y="19050"/>
                </a:lnTo>
                <a:lnTo>
                  <a:pt x="1251648" y="44450"/>
                </a:lnTo>
                <a:lnTo>
                  <a:pt x="1251648" y="412750"/>
                </a:lnTo>
                <a:lnTo>
                  <a:pt x="1251648" y="419100"/>
                </a:lnTo>
                <a:lnTo>
                  <a:pt x="1257998" y="419100"/>
                </a:lnTo>
                <a:lnTo>
                  <a:pt x="4605718" y="419100"/>
                </a:lnTo>
                <a:lnTo>
                  <a:pt x="4612068" y="419100"/>
                </a:lnTo>
                <a:lnTo>
                  <a:pt x="4612068" y="412750"/>
                </a:lnTo>
                <a:lnTo>
                  <a:pt x="4612068" y="44450"/>
                </a:lnTo>
                <a:lnTo>
                  <a:pt x="4612068" y="19050"/>
                </a:lnTo>
                <a:lnTo>
                  <a:pt x="4612068" y="12700"/>
                </a:lnTo>
                <a:close/>
              </a:path>
              <a:path w="4625340" h="825500">
                <a:moveTo>
                  <a:pt x="4624768" y="0"/>
                </a:moveTo>
                <a:lnTo>
                  <a:pt x="4618418" y="0"/>
                </a:lnTo>
                <a:lnTo>
                  <a:pt x="4605718" y="0"/>
                </a:lnTo>
                <a:lnTo>
                  <a:pt x="1257998" y="0"/>
                </a:lnTo>
                <a:lnTo>
                  <a:pt x="1238948" y="0"/>
                </a:lnTo>
                <a:lnTo>
                  <a:pt x="1238948" y="6350"/>
                </a:lnTo>
                <a:lnTo>
                  <a:pt x="1257998" y="6350"/>
                </a:lnTo>
                <a:lnTo>
                  <a:pt x="4605718" y="6350"/>
                </a:lnTo>
                <a:lnTo>
                  <a:pt x="4618418" y="6350"/>
                </a:lnTo>
                <a:lnTo>
                  <a:pt x="4618418" y="44450"/>
                </a:lnTo>
                <a:lnTo>
                  <a:pt x="4618418" y="412750"/>
                </a:lnTo>
                <a:lnTo>
                  <a:pt x="4618418" y="431800"/>
                </a:lnTo>
                <a:lnTo>
                  <a:pt x="4618418" y="457200"/>
                </a:lnTo>
                <a:lnTo>
                  <a:pt x="4618418" y="825500"/>
                </a:lnTo>
                <a:lnTo>
                  <a:pt x="4624768" y="825500"/>
                </a:lnTo>
                <a:lnTo>
                  <a:pt x="4624768" y="6350"/>
                </a:lnTo>
                <a:lnTo>
                  <a:pt x="462476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1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2017" y="7881111"/>
            <a:ext cx="4411345" cy="1186672"/>
          </a:xfrm>
          <a:prstGeom prst="rect">
            <a:avLst/>
          </a:prstGeom>
        </p:spPr>
        <p:txBody>
          <a:bodyPr vert="horz" wrap="square" lIns="0" tIns="806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35"/>
              </a:spcBef>
            </a:pPr>
            <a:r>
              <a:rPr sz="1100" b="1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</a:t>
            </a:r>
            <a:r>
              <a:rPr sz="1100" b="1" spc="-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b="1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Sprint</a:t>
            </a:r>
            <a:r>
              <a:rPr sz="1100" b="1" spc="-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Planning</a:t>
            </a:r>
            <a:endParaRPr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0325">
              <a:lnSpc>
                <a:spcPct val="100000"/>
              </a:lnSpc>
              <a:spcBef>
                <a:spcPts val="540"/>
              </a:spcBef>
              <a:tabLst>
                <a:tab pos="619125" algn="l"/>
              </a:tabLst>
            </a:pPr>
            <a:r>
              <a:rPr sz="11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Sprint</a:t>
            </a:r>
            <a:r>
              <a:rPr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Duration</a:t>
            </a:r>
            <a:r>
              <a:rPr sz="1100" b="1" spc="1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b="1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Major</a:t>
            </a:r>
            <a:r>
              <a:rPr sz="1100" b="1" spc="-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b="1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Goals</a:t>
            </a:r>
            <a:endParaRPr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0325" marR="5080">
              <a:lnSpc>
                <a:spcPct val="225700"/>
              </a:lnSpc>
            </a:pPr>
            <a:r>
              <a:rPr sz="11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Sprint</a:t>
            </a:r>
            <a:r>
              <a:rPr sz="1100" spc="-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sz="1100" spc="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Week</a:t>
            </a:r>
            <a:r>
              <a:rPr sz="1100" spc="-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1–2</a:t>
            </a:r>
            <a:r>
              <a:rPr sz="1100" spc="1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Requirement</a:t>
            </a:r>
            <a:r>
              <a:rPr sz="1100" spc="-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gathering</a:t>
            </a:r>
            <a:r>
              <a:rPr sz="1100" spc="-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1100" spc="-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catalog</a:t>
            </a:r>
            <a:r>
              <a:rPr sz="1100" spc="-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</a:t>
            </a:r>
            <a:r>
              <a:rPr sz="1100" spc="-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</a:t>
            </a:r>
            <a:r>
              <a:rPr sz="11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Sprint</a:t>
            </a:r>
            <a:r>
              <a:rPr sz="1100" spc="-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sz="1100" spc="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Week</a:t>
            </a:r>
            <a:r>
              <a:rPr sz="1100" spc="-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3–4</a:t>
            </a:r>
            <a:r>
              <a:rPr sz="1100" spc="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</a:t>
            </a:r>
            <a:r>
              <a:rPr sz="1100" spc="-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UI</a:t>
            </a:r>
            <a:r>
              <a:rPr sz="1100" spc="-1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policies,</a:t>
            </a:r>
            <a:r>
              <a:rPr sz="1100" spc="-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validations,</a:t>
            </a:r>
            <a:r>
              <a:rPr sz="1100" spc="-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1100" spc="-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client</a:t>
            </a:r>
            <a:r>
              <a:rPr sz="1100" spc="-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scripts</a:t>
            </a:r>
            <a:endParaRPr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930592" y="9003665"/>
            <a:ext cx="4625340" cy="432434"/>
          </a:xfrm>
          <a:custGeom>
            <a:avLst/>
            <a:gdLst/>
            <a:ahLst/>
            <a:cxnLst/>
            <a:rect l="l" t="t" r="r" b="b"/>
            <a:pathLst>
              <a:path w="4625340" h="432434">
                <a:moveTo>
                  <a:pt x="6350" y="0"/>
                </a:moveTo>
                <a:lnTo>
                  <a:pt x="0" y="0"/>
                </a:lnTo>
                <a:lnTo>
                  <a:pt x="0" y="19050"/>
                </a:lnTo>
                <a:lnTo>
                  <a:pt x="0" y="44450"/>
                </a:lnTo>
                <a:lnTo>
                  <a:pt x="6350" y="44450"/>
                </a:lnTo>
                <a:lnTo>
                  <a:pt x="6350" y="19050"/>
                </a:lnTo>
                <a:lnTo>
                  <a:pt x="6350" y="0"/>
                </a:lnTo>
                <a:close/>
              </a:path>
              <a:path w="4625340" h="432434">
                <a:moveTo>
                  <a:pt x="559117" y="44526"/>
                </a:moveTo>
                <a:lnTo>
                  <a:pt x="552767" y="44526"/>
                </a:lnTo>
                <a:lnTo>
                  <a:pt x="552767" y="413131"/>
                </a:lnTo>
                <a:lnTo>
                  <a:pt x="19050" y="413131"/>
                </a:lnTo>
                <a:lnTo>
                  <a:pt x="19050" y="44526"/>
                </a:lnTo>
                <a:lnTo>
                  <a:pt x="12700" y="44526"/>
                </a:lnTo>
                <a:lnTo>
                  <a:pt x="12700" y="413131"/>
                </a:lnTo>
                <a:lnTo>
                  <a:pt x="12700" y="419481"/>
                </a:lnTo>
                <a:lnTo>
                  <a:pt x="19050" y="419481"/>
                </a:lnTo>
                <a:lnTo>
                  <a:pt x="552767" y="419481"/>
                </a:lnTo>
                <a:lnTo>
                  <a:pt x="559117" y="419481"/>
                </a:lnTo>
                <a:lnTo>
                  <a:pt x="559117" y="413131"/>
                </a:lnTo>
                <a:lnTo>
                  <a:pt x="559117" y="44526"/>
                </a:lnTo>
                <a:close/>
              </a:path>
              <a:path w="4625340" h="432434">
                <a:moveTo>
                  <a:pt x="559117" y="12700"/>
                </a:moveTo>
                <a:lnTo>
                  <a:pt x="552767" y="12700"/>
                </a:lnTo>
                <a:lnTo>
                  <a:pt x="19050" y="12700"/>
                </a:lnTo>
                <a:lnTo>
                  <a:pt x="12700" y="12700"/>
                </a:lnTo>
                <a:lnTo>
                  <a:pt x="12700" y="19050"/>
                </a:lnTo>
                <a:lnTo>
                  <a:pt x="12700" y="44450"/>
                </a:lnTo>
                <a:lnTo>
                  <a:pt x="19050" y="44450"/>
                </a:lnTo>
                <a:lnTo>
                  <a:pt x="19050" y="19050"/>
                </a:lnTo>
                <a:lnTo>
                  <a:pt x="552767" y="19050"/>
                </a:lnTo>
                <a:lnTo>
                  <a:pt x="552767" y="44450"/>
                </a:lnTo>
                <a:lnTo>
                  <a:pt x="559117" y="44450"/>
                </a:lnTo>
                <a:lnTo>
                  <a:pt x="559117" y="19050"/>
                </a:lnTo>
                <a:lnTo>
                  <a:pt x="559117" y="12700"/>
                </a:lnTo>
                <a:close/>
              </a:path>
              <a:path w="4625340" h="432434">
                <a:moveTo>
                  <a:pt x="559117" y="0"/>
                </a:moveTo>
                <a:lnTo>
                  <a:pt x="552767" y="0"/>
                </a:lnTo>
                <a:lnTo>
                  <a:pt x="19050" y="0"/>
                </a:lnTo>
                <a:lnTo>
                  <a:pt x="12700" y="0"/>
                </a:lnTo>
                <a:lnTo>
                  <a:pt x="12700" y="6350"/>
                </a:lnTo>
                <a:lnTo>
                  <a:pt x="19050" y="6350"/>
                </a:lnTo>
                <a:lnTo>
                  <a:pt x="552767" y="6350"/>
                </a:lnTo>
                <a:lnTo>
                  <a:pt x="559117" y="6350"/>
                </a:lnTo>
                <a:lnTo>
                  <a:pt x="559117" y="0"/>
                </a:lnTo>
                <a:close/>
              </a:path>
              <a:path w="4625340" h="432434">
                <a:moveTo>
                  <a:pt x="1238885" y="425767"/>
                </a:moveTo>
                <a:lnTo>
                  <a:pt x="571817" y="425767"/>
                </a:lnTo>
                <a:lnTo>
                  <a:pt x="552767" y="425767"/>
                </a:lnTo>
                <a:lnTo>
                  <a:pt x="19050" y="425767"/>
                </a:lnTo>
                <a:lnTo>
                  <a:pt x="6350" y="425767"/>
                </a:lnTo>
                <a:lnTo>
                  <a:pt x="6350" y="413131"/>
                </a:lnTo>
                <a:lnTo>
                  <a:pt x="6350" y="44526"/>
                </a:lnTo>
                <a:lnTo>
                  <a:pt x="0" y="44526"/>
                </a:lnTo>
                <a:lnTo>
                  <a:pt x="0" y="413067"/>
                </a:lnTo>
                <a:lnTo>
                  <a:pt x="0" y="425767"/>
                </a:lnTo>
                <a:lnTo>
                  <a:pt x="0" y="432117"/>
                </a:lnTo>
                <a:lnTo>
                  <a:pt x="6350" y="432117"/>
                </a:lnTo>
                <a:lnTo>
                  <a:pt x="19050" y="432117"/>
                </a:lnTo>
                <a:lnTo>
                  <a:pt x="552767" y="432117"/>
                </a:lnTo>
                <a:lnTo>
                  <a:pt x="571817" y="432117"/>
                </a:lnTo>
                <a:lnTo>
                  <a:pt x="1238885" y="432117"/>
                </a:lnTo>
                <a:lnTo>
                  <a:pt x="1238885" y="425767"/>
                </a:lnTo>
                <a:close/>
              </a:path>
              <a:path w="4625340" h="432434">
                <a:moveTo>
                  <a:pt x="1238885" y="413131"/>
                </a:moveTo>
                <a:lnTo>
                  <a:pt x="571817" y="413131"/>
                </a:lnTo>
                <a:lnTo>
                  <a:pt x="571817" y="44526"/>
                </a:lnTo>
                <a:lnTo>
                  <a:pt x="565467" y="44526"/>
                </a:lnTo>
                <a:lnTo>
                  <a:pt x="565467" y="413131"/>
                </a:lnTo>
                <a:lnTo>
                  <a:pt x="565467" y="419481"/>
                </a:lnTo>
                <a:lnTo>
                  <a:pt x="571817" y="419481"/>
                </a:lnTo>
                <a:lnTo>
                  <a:pt x="1238885" y="419481"/>
                </a:lnTo>
                <a:lnTo>
                  <a:pt x="1238885" y="413131"/>
                </a:lnTo>
                <a:close/>
              </a:path>
              <a:path w="4625340" h="432434">
                <a:moveTo>
                  <a:pt x="1238885" y="12700"/>
                </a:moveTo>
                <a:lnTo>
                  <a:pt x="571817" y="12700"/>
                </a:lnTo>
                <a:lnTo>
                  <a:pt x="565467" y="12700"/>
                </a:lnTo>
                <a:lnTo>
                  <a:pt x="565467" y="19050"/>
                </a:lnTo>
                <a:lnTo>
                  <a:pt x="565467" y="44450"/>
                </a:lnTo>
                <a:lnTo>
                  <a:pt x="571817" y="44450"/>
                </a:lnTo>
                <a:lnTo>
                  <a:pt x="571817" y="19050"/>
                </a:lnTo>
                <a:lnTo>
                  <a:pt x="1238885" y="19050"/>
                </a:lnTo>
                <a:lnTo>
                  <a:pt x="1238885" y="12700"/>
                </a:lnTo>
                <a:close/>
              </a:path>
              <a:path w="4625340" h="432434">
                <a:moveTo>
                  <a:pt x="1238885" y="0"/>
                </a:moveTo>
                <a:lnTo>
                  <a:pt x="571817" y="0"/>
                </a:lnTo>
                <a:lnTo>
                  <a:pt x="565467" y="0"/>
                </a:lnTo>
                <a:lnTo>
                  <a:pt x="565467" y="6350"/>
                </a:lnTo>
                <a:lnTo>
                  <a:pt x="571817" y="6350"/>
                </a:lnTo>
                <a:lnTo>
                  <a:pt x="1238885" y="6350"/>
                </a:lnTo>
                <a:lnTo>
                  <a:pt x="1238885" y="0"/>
                </a:lnTo>
                <a:close/>
              </a:path>
              <a:path w="4625340" h="432434">
                <a:moveTo>
                  <a:pt x="1245298" y="44526"/>
                </a:moveTo>
                <a:lnTo>
                  <a:pt x="1238948" y="44526"/>
                </a:lnTo>
                <a:lnTo>
                  <a:pt x="1238948" y="413131"/>
                </a:lnTo>
                <a:lnTo>
                  <a:pt x="1238948" y="419481"/>
                </a:lnTo>
                <a:lnTo>
                  <a:pt x="1245298" y="419481"/>
                </a:lnTo>
                <a:lnTo>
                  <a:pt x="1245298" y="413131"/>
                </a:lnTo>
                <a:lnTo>
                  <a:pt x="1245298" y="44526"/>
                </a:lnTo>
                <a:close/>
              </a:path>
              <a:path w="4625340" h="432434">
                <a:moveTo>
                  <a:pt x="1245298" y="12700"/>
                </a:moveTo>
                <a:lnTo>
                  <a:pt x="1238948" y="12700"/>
                </a:lnTo>
                <a:lnTo>
                  <a:pt x="1238948" y="19050"/>
                </a:lnTo>
                <a:lnTo>
                  <a:pt x="1238948" y="44450"/>
                </a:lnTo>
                <a:lnTo>
                  <a:pt x="1245298" y="44450"/>
                </a:lnTo>
                <a:lnTo>
                  <a:pt x="1245298" y="19050"/>
                </a:lnTo>
                <a:lnTo>
                  <a:pt x="1245298" y="12700"/>
                </a:lnTo>
                <a:close/>
              </a:path>
              <a:path w="4625340" h="432434">
                <a:moveTo>
                  <a:pt x="1245298" y="0"/>
                </a:moveTo>
                <a:lnTo>
                  <a:pt x="1238948" y="0"/>
                </a:lnTo>
                <a:lnTo>
                  <a:pt x="1238948" y="6350"/>
                </a:lnTo>
                <a:lnTo>
                  <a:pt x="1245298" y="6350"/>
                </a:lnTo>
                <a:lnTo>
                  <a:pt x="1245298" y="0"/>
                </a:lnTo>
                <a:close/>
              </a:path>
              <a:path w="4625340" h="432434">
                <a:moveTo>
                  <a:pt x="4612068" y="44526"/>
                </a:moveTo>
                <a:lnTo>
                  <a:pt x="4605718" y="44526"/>
                </a:lnTo>
                <a:lnTo>
                  <a:pt x="4605718" y="413131"/>
                </a:lnTo>
                <a:lnTo>
                  <a:pt x="1257998" y="413131"/>
                </a:lnTo>
                <a:lnTo>
                  <a:pt x="1257998" y="44526"/>
                </a:lnTo>
                <a:lnTo>
                  <a:pt x="1251648" y="44526"/>
                </a:lnTo>
                <a:lnTo>
                  <a:pt x="1251648" y="413131"/>
                </a:lnTo>
                <a:lnTo>
                  <a:pt x="1251648" y="419481"/>
                </a:lnTo>
                <a:lnTo>
                  <a:pt x="1257998" y="419481"/>
                </a:lnTo>
                <a:lnTo>
                  <a:pt x="4605718" y="419481"/>
                </a:lnTo>
                <a:lnTo>
                  <a:pt x="4612068" y="419481"/>
                </a:lnTo>
                <a:lnTo>
                  <a:pt x="4612068" y="413131"/>
                </a:lnTo>
                <a:lnTo>
                  <a:pt x="4612068" y="44526"/>
                </a:lnTo>
                <a:close/>
              </a:path>
              <a:path w="4625340" h="432434">
                <a:moveTo>
                  <a:pt x="4612068" y="12700"/>
                </a:moveTo>
                <a:lnTo>
                  <a:pt x="4605718" y="12700"/>
                </a:lnTo>
                <a:lnTo>
                  <a:pt x="1257998" y="12700"/>
                </a:lnTo>
                <a:lnTo>
                  <a:pt x="1251648" y="12700"/>
                </a:lnTo>
                <a:lnTo>
                  <a:pt x="1251648" y="19050"/>
                </a:lnTo>
                <a:lnTo>
                  <a:pt x="1251648" y="44450"/>
                </a:lnTo>
                <a:lnTo>
                  <a:pt x="1257998" y="44450"/>
                </a:lnTo>
                <a:lnTo>
                  <a:pt x="1257998" y="19050"/>
                </a:lnTo>
                <a:lnTo>
                  <a:pt x="4605718" y="19050"/>
                </a:lnTo>
                <a:lnTo>
                  <a:pt x="4605718" y="44450"/>
                </a:lnTo>
                <a:lnTo>
                  <a:pt x="4612068" y="44450"/>
                </a:lnTo>
                <a:lnTo>
                  <a:pt x="4612068" y="19050"/>
                </a:lnTo>
                <a:lnTo>
                  <a:pt x="4612068" y="12700"/>
                </a:lnTo>
                <a:close/>
              </a:path>
              <a:path w="4625340" h="432434">
                <a:moveTo>
                  <a:pt x="4612068" y="0"/>
                </a:moveTo>
                <a:lnTo>
                  <a:pt x="4605718" y="0"/>
                </a:lnTo>
                <a:lnTo>
                  <a:pt x="1257998" y="0"/>
                </a:lnTo>
                <a:lnTo>
                  <a:pt x="1251648" y="0"/>
                </a:lnTo>
                <a:lnTo>
                  <a:pt x="1251648" y="6350"/>
                </a:lnTo>
                <a:lnTo>
                  <a:pt x="1257998" y="6350"/>
                </a:lnTo>
                <a:lnTo>
                  <a:pt x="4605718" y="6350"/>
                </a:lnTo>
                <a:lnTo>
                  <a:pt x="4612068" y="6350"/>
                </a:lnTo>
                <a:lnTo>
                  <a:pt x="4612068" y="0"/>
                </a:lnTo>
                <a:close/>
              </a:path>
              <a:path w="4625340" h="432434">
                <a:moveTo>
                  <a:pt x="4624768" y="44526"/>
                </a:moveTo>
                <a:lnTo>
                  <a:pt x="4618418" y="44526"/>
                </a:lnTo>
                <a:lnTo>
                  <a:pt x="4618418" y="413067"/>
                </a:lnTo>
                <a:lnTo>
                  <a:pt x="4618418" y="425767"/>
                </a:lnTo>
                <a:lnTo>
                  <a:pt x="4605718" y="425767"/>
                </a:lnTo>
                <a:lnTo>
                  <a:pt x="1257998" y="425767"/>
                </a:lnTo>
                <a:lnTo>
                  <a:pt x="1238948" y="425767"/>
                </a:lnTo>
                <a:lnTo>
                  <a:pt x="1238948" y="432117"/>
                </a:lnTo>
                <a:lnTo>
                  <a:pt x="1257998" y="432117"/>
                </a:lnTo>
                <a:lnTo>
                  <a:pt x="4605718" y="432117"/>
                </a:lnTo>
                <a:lnTo>
                  <a:pt x="4618418" y="432117"/>
                </a:lnTo>
                <a:lnTo>
                  <a:pt x="4624768" y="432117"/>
                </a:lnTo>
                <a:lnTo>
                  <a:pt x="4624768" y="425767"/>
                </a:lnTo>
                <a:lnTo>
                  <a:pt x="4624768" y="413131"/>
                </a:lnTo>
                <a:lnTo>
                  <a:pt x="4624768" y="44526"/>
                </a:lnTo>
                <a:close/>
              </a:path>
              <a:path w="4625340" h="432434">
                <a:moveTo>
                  <a:pt x="4624768" y="0"/>
                </a:moveTo>
                <a:lnTo>
                  <a:pt x="4618418" y="0"/>
                </a:lnTo>
                <a:lnTo>
                  <a:pt x="4618418" y="19050"/>
                </a:lnTo>
                <a:lnTo>
                  <a:pt x="4618418" y="44450"/>
                </a:lnTo>
                <a:lnTo>
                  <a:pt x="4624768" y="44450"/>
                </a:lnTo>
                <a:lnTo>
                  <a:pt x="4624768" y="19050"/>
                </a:lnTo>
                <a:lnTo>
                  <a:pt x="462476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1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49642" y="333375"/>
            <a:ext cx="1752600" cy="57195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27025" algn="l"/>
              </a:tabLst>
            </a:pPr>
            <a:r>
              <a:rPr sz="1100" b="1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</a:t>
            </a:r>
            <a:r>
              <a:rPr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sz="1100" b="1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</a:t>
            </a:r>
            <a:r>
              <a:rPr sz="1100" b="1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sz="1100" b="1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b="1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</a:t>
            </a:r>
            <a:endParaRPr sz="1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15"/>
              </a:spcBef>
            </a:pPr>
            <a:endParaRPr sz="1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PB1</a:t>
            </a:r>
            <a:r>
              <a:rPr sz="1100" spc="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Laptop</a:t>
            </a:r>
            <a:r>
              <a:rPr sz="1100" spc="-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Request</a:t>
            </a:r>
            <a:r>
              <a:rPr sz="1100" spc="-1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</a:t>
            </a:r>
            <a:endParaRPr sz="11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865120" y="946531"/>
            <a:ext cx="467995" cy="1821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details</a:t>
            </a:r>
            <a:endParaRPr sz="11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865120" y="333375"/>
            <a:ext cx="3736975" cy="57195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220085" algn="l"/>
              </a:tabLst>
            </a:pPr>
            <a:r>
              <a:rPr sz="11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Description</a:t>
            </a:r>
            <a:r>
              <a:rPr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sz="1100" b="1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Priority</a:t>
            </a:r>
            <a:endParaRPr sz="1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15"/>
              </a:spcBef>
            </a:pPr>
            <a:endParaRPr sz="1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</a:t>
            </a:r>
            <a:r>
              <a:rPr sz="1100" spc="-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1100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</a:t>
            </a:r>
            <a:r>
              <a:rPr sz="1100" spc="-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</a:t>
            </a:r>
            <a:r>
              <a:rPr sz="1100" spc="-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1100" spc="-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capture</a:t>
            </a:r>
            <a:r>
              <a:rPr sz="1100" spc="-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laptop</a:t>
            </a:r>
            <a:r>
              <a:rPr sz="1100" spc="-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request</a:t>
            </a:r>
            <a:r>
              <a:rPr sz="1100" spc="-1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</a:t>
            </a:r>
            <a:endParaRPr sz="11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930592" y="724280"/>
            <a:ext cx="5727700" cy="628650"/>
          </a:xfrm>
          <a:custGeom>
            <a:avLst/>
            <a:gdLst/>
            <a:ahLst/>
            <a:cxnLst/>
            <a:rect l="l" t="t" r="r" b="b"/>
            <a:pathLst>
              <a:path w="5727700" h="628650">
                <a:moveTo>
                  <a:pt x="6350" y="0"/>
                </a:moveTo>
                <a:lnTo>
                  <a:pt x="0" y="0"/>
                </a:lnTo>
                <a:lnTo>
                  <a:pt x="0" y="19050"/>
                </a:lnTo>
                <a:lnTo>
                  <a:pt x="0" y="44450"/>
                </a:lnTo>
                <a:lnTo>
                  <a:pt x="0" y="628650"/>
                </a:lnTo>
                <a:lnTo>
                  <a:pt x="6350" y="628650"/>
                </a:lnTo>
                <a:lnTo>
                  <a:pt x="6350" y="44450"/>
                </a:lnTo>
                <a:lnTo>
                  <a:pt x="6350" y="19050"/>
                </a:lnTo>
                <a:lnTo>
                  <a:pt x="6350" y="0"/>
                </a:lnTo>
                <a:close/>
              </a:path>
              <a:path w="5727700" h="628650">
                <a:moveTo>
                  <a:pt x="317817" y="12700"/>
                </a:moveTo>
                <a:lnTo>
                  <a:pt x="311467" y="12700"/>
                </a:lnTo>
                <a:lnTo>
                  <a:pt x="19050" y="12700"/>
                </a:lnTo>
                <a:lnTo>
                  <a:pt x="12700" y="12700"/>
                </a:lnTo>
                <a:lnTo>
                  <a:pt x="12700" y="19050"/>
                </a:lnTo>
                <a:lnTo>
                  <a:pt x="12700" y="44450"/>
                </a:lnTo>
                <a:lnTo>
                  <a:pt x="12700" y="628650"/>
                </a:lnTo>
                <a:lnTo>
                  <a:pt x="19050" y="628650"/>
                </a:lnTo>
                <a:lnTo>
                  <a:pt x="19050" y="44450"/>
                </a:lnTo>
                <a:lnTo>
                  <a:pt x="19050" y="19050"/>
                </a:lnTo>
                <a:lnTo>
                  <a:pt x="311467" y="19050"/>
                </a:lnTo>
                <a:lnTo>
                  <a:pt x="311467" y="44450"/>
                </a:lnTo>
                <a:lnTo>
                  <a:pt x="311467" y="628650"/>
                </a:lnTo>
                <a:lnTo>
                  <a:pt x="317817" y="628650"/>
                </a:lnTo>
                <a:lnTo>
                  <a:pt x="317817" y="44450"/>
                </a:lnTo>
                <a:lnTo>
                  <a:pt x="317817" y="19050"/>
                </a:lnTo>
                <a:lnTo>
                  <a:pt x="317817" y="12700"/>
                </a:lnTo>
                <a:close/>
              </a:path>
              <a:path w="5727700" h="628650">
                <a:moveTo>
                  <a:pt x="317817" y="0"/>
                </a:moveTo>
                <a:lnTo>
                  <a:pt x="311467" y="0"/>
                </a:lnTo>
                <a:lnTo>
                  <a:pt x="19050" y="0"/>
                </a:lnTo>
                <a:lnTo>
                  <a:pt x="12700" y="0"/>
                </a:lnTo>
                <a:lnTo>
                  <a:pt x="12700" y="6350"/>
                </a:lnTo>
                <a:lnTo>
                  <a:pt x="19050" y="6350"/>
                </a:lnTo>
                <a:lnTo>
                  <a:pt x="311467" y="6350"/>
                </a:lnTo>
                <a:lnTo>
                  <a:pt x="317817" y="6350"/>
                </a:lnTo>
                <a:lnTo>
                  <a:pt x="317817" y="0"/>
                </a:lnTo>
                <a:close/>
              </a:path>
              <a:path w="5727700" h="628650">
                <a:moveTo>
                  <a:pt x="1918652" y="12700"/>
                </a:moveTo>
                <a:lnTo>
                  <a:pt x="1912302" y="12700"/>
                </a:lnTo>
                <a:lnTo>
                  <a:pt x="330517" y="12700"/>
                </a:lnTo>
                <a:lnTo>
                  <a:pt x="324167" y="12700"/>
                </a:lnTo>
                <a:lnTo>
                  <a:pt x="324167" y="19050"/>
                </a:lnTo>
                <a:lnTo>
                  <a:pt x="324167" y="44450"/>
                </a:lnTo>
                <a:lnTo>
                  <a:pt x="324167" y="628650"/>
                </a:lnTo>
                <a:lnTo>
                  <a:pt x="330517" y="628650"/>
                </a:lnTo>
                <a:lnTo>
                  <a:pt x="330517" y="44450"/>
                </a:lnTo>
                <a:lnTo>
                  <a:pt x="330517" y="19050"/>
                </a:lnTo>
                <a:lnTo>
                  <a:pt x="1912302" y="19050"/>
                </a:lnTo>
                <a:lnTo>
                  <a:pt x="1912302" y="44450"/>
                </a:lnTo>
                <a:lnTo>
                  <a:pt x="1912302" y="628650"/>
                </a:lnTo>
                <a:lnTo>
                  <a:pt x="1918652" y="628650"/>
                </a:lnTo>
                <a:lnTo>
                  <a:pt x="1918652" y="44450"/>
                </a:lnTo>
                <a:lnTo>
                  <a:pt x="1918652" y="19050"/>
                </a:lnTo>
                <a:lnTo>
                  <a:pt x="1918652" y="12700"/>
                </a:lnTo>
                <a:close/>
              </a:path>
              <a:path w="5727700" h="628650">
                <a:moveTo>
                  <a:pt x="1918652" y="0"/>
                </a:moveTo>
                <a:lnTo>
                  <a:pt x="1912302" y="0"/>
                </a:lnTo>
                <a:lnTo>
                  <a:pt x="330517" y="0"/>
                </a:lnTo>
                <a:lnTo>
                  <a:pt x="324167" y="0"/>
                </a:lnTo>
                <a:lnTo>
                  <a:pt x="324167" y="6350"/>
                </a:lnTo>
                <a:lnTo>
                  <a:pt x="330517" y="6350"/>
                </a:lnTo>
                <a:lnTo>
                  <a:pt x="1912302" y="6350"/>
                </a:lnTo>
                <a:lnTo>
                  <a:pt x="1918652" y="6350"/>
                </a:lnTo>
                <a:lnTo>
                  <a:pt x="1918652" y="0"/>
                </a:lnTo>
                <a:close/>
              </a:path>
              <a:path w="5727700" h="628650">
                <a:moveTo>
                  <a:pt x="5126672" y="12700"/>
                </a:moveTo>
                <a:lnTo>
                  <a:pt x="5120322" y="12700"/>
                </a:lnTo>
                <a:lnTo>
                  <a:pt x="1931352" y="12700"/>
                </a:lnTo>
                <a:lnTo>
                  <a:pt x="1925002" y="12700"/>
                </a:lnTo>
                <a:lnTo>
                  <a:pt x="1925002" y="19050"/>
                </a:lnTo>
                <a:lnTo>
                  <a:pt x="1925002" y="44450"/>
                </a:lnTo>
                <a:lnTo>
                  <a:pt x="1925002" y="628650"/>
                </a:lnTo>
                <a:lnTo>
                  <a:pt x="1931352" y="628650"/>
                </a:lnTo>
                <a:lnTo>
                  <a:pt x="1931352" y="44450"/>
                </a:lnTo>
                <a:lnTo>
                  <a:pt x="1931352" y="19050"/>
                </a:lnTo>
                <a:lnTo>
                  <a:pt x="5120322" y="19050"/>
                </a:lnTo>
                <a:lnTo>
                  <a:pt x="5120322" y="44450"/>
                </a:lnTo>
                <a:lnTo>
                  <a:pt x="5120322" y="628650"/>
                </a:lnTo>
                <a:lnTo>
                  <a:pt x="5126672" y="628650"/>
                </a:lnTo>
                <a:lnTo>
                  <a:pt x="5126672" y="44450"/>
                </a:lnTo>
                <a:lnTo>
                  <a:pt x="5126672" y="19050"/>
                </a:lnTo>
                <a:lnTo>
                  <a:pt x="5126672" y="12700"/>
                </a:lnTo>
                <a:close/>
              </a:path>
              <a:path w="5727700" h="628650">
                <a:moveTo>
                  <a:pt x="5126672" y="0"/>
                </a:moveTo>
                <a:lnTo>
                  <a:pt x="5120322" y="0"/>
                </a:lnTo>
                <a:lnTo>
                  <a:pt x="1931352" y="0"/>
                </a:lnTo>
                <a:lnTo>
                  <a:pt x="1925002" y="0"/>
                </a:lnTo>
                <a:lnTo>
                  <a:pt x="1925002" y="6350"/>
                </a:lnTo>
                <a:lnTo>
                  <a:pt x="1931352" y="6350"/>
                </a:lnTo>
                <a:lnTo>
                  <a:pt x="5120322" y="6350"/>
                </a:lnTo>
                <a:lnTo>
                  <a:pt x="5126672" y="6350"/>
                </a:lnTo>
                <a:lnTo>
                  <a:pt x="5126672" y="0"/>
                </a:lnTo>
                <a:close/>
              </a:path>
              <a:path w="5727700" h="628650">
                <a:moveTo>
                  <a:pt x="5708015" y="12700"/>
                </a:moveTo>
                <a:lnTo>
                  <a:pt x="5139372" y="12700"/>
                </a:lnTo>
                <a:lnTo>
                  <a:pt x="5133022" y="12700"/>
                </a:lnTo>
                <a:lnTo>
                  <a:pt x="5133022" y="19050"/>
                </a:lnTo>
                <a:lnTo>
                  <a:pt x="5133022" y="44450"/>
                </a:lnTo>
                <a:lnTo>
                  <a:pt x="5133022" y="628650"/>
                </a:lnTo>
                <a:lnTo>
                  <a:pt x="5139372" y="628650"/>
                </a:lnTo>
                <a:lnTo>
                  <a:pt x="5139372" y="44450"/>
                </a:lnTo>
                <a:lnTo>
                  <a:pt x="5139372" y="19050"/>
                </a:lnTo>
                <a:lnTo>
                  <a:pt x="5708015" y="19050"/>
                </a:lnTo>
                <a:lnTo>
                  <a:pt x="5708015" y="12700"/>
                </a:lnTo>
                <a:close/>
              </a:path>
              <a:path w="5727700" h="628650">
                <a:moveTo>
                  <a:pt x="5708015" y="0"/>
                </a:moveTo>
                <a:lnTo>
                  <a:pt x="5139372" y="0"/>
                </a:lnTo>
                <a:lnTo>
                  <a:pt x="5133022" y="0"/>
                </a:lnTo>
                <a:lnTo>
                  <a:pt x="5133022" y="6350"/>
                </a:lnTo>
                <a:lnTo>
                  <a:pt x="5139372" y="6350"/>
                </a:lnTo>
                <a:lnTo>
                  <a:pt x="5708015" y="6350"/>
                </a:lnTo>
                <a:lnTo>
                  <a:pt x="5708015" y="0"/>
                </a:lnTo>
                <a:close/>
              </a:path>
              <a:path w="5727700" h="628650">
                <a:moveTo>
                  <a:pt x="5714428" y="12700"/>
                </a:moveTo>
                <a:lnTo>
                  <a:pt x="5708078" y="12700"/>
                </a:lnTo>
                <a:lnTo>
                  <a:pt x="5708078" y="19050"/>
                </a:lnTo>
                <a:lnTo>
                  <a:pt x="5708078" y="44450"/>
                </a:lnTo>
                <a:lnTo>
                  <a:pt x="5708078" y="628650"/>
                </a:lnTo>
                <a:lnTo>
                  <a:pt x="5714428" y="628650"/>
                </a:lnTo>
                <a:lnTo>
                  <a:pt x="5714428" y="44450"/>
                </a:lnTo>
                <a:lnTo>
                  <a:pt x="5714428" y="19050"/>
                </a:lnTo>
                <a:lnTo>
                  <a:pt x="5714428" y="12700"/>
                </a:lnTo>
                <a:close/>
              </a:path>
              <a:path w="5727700" h="628650">
                <a:moveTo>
                  <a:pt x="5714428" y="0"/>
                </a:moveTo>
                <a:lnTo>
                  <a:pt x="5708078" y="0"/>
                </a:lnTo>
                <a:lnTo>
                  <a:pt x="5708078" y="6350"/>
                </a:lnTo>
                <a:lnTo>
                  <a:pt x="5714428" y="6350"/>
                </a:lnTo>
                <a:lnTo>
                  <a:pt x="5714428" y="0"/>
                </a:lnTo>
                <a:close/>
              </a:path>
              <a:path w="5727700" h="628650">
                <a:moveTo>
                  <a:pt x="5727128" y="0"/>
                </a:moveTo>
                <a:lnTo>
                  <a:pt x="5720778" y="0"/>
                </a:lnTo>
                <a:lnTo>
                  <a:pt x="5720778" y="19050"/>
                </a:lnTo>
                <a:lnTo>
                  <a:pt x="5720778" y="44450"/>
                </a:lnTo>
                <a:lnTo>
                  <a:pt x="5720778" y="628650"/>
                </a:lnTo>
                <a:lnTo>
                  <a:pt x="5727128" y="628650"/>
                </a:lnTo>
                <a:lnTo>
                  <a:pt x="5727128" y="44450"/>
                </a:lnTo>
                <a:lnTo>
                  <a:pt x="5727128" y="19050"/>
                </a:lnTo>
                <a:lnTo>
                  <a:pt x="572712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1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49642" y="1375156"/>
            <a:ext cx="1569720" cy="1821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PB2</a:t>
            </a:r>
            <a:r>
              <a:rPr sz="1100" spc="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</a:t>
            </a:r>
            <a:r>
              <a:rPr sz="1100" spc="-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Reset</a:t>
            </a:r>
            <a:r>
              <a:rPr sz="1100" spc="-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Option</a:t>
            </a:r>
            <a:endParaRPr sz="11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865120" y="1357757"/>
            <a:ext cx="2487295" cy="3717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9500"/>
              </a:lnSpc>
              <a:spcBef>
                <a:spcPts val="100"/>
              </a:spcBef>
            </a:pPr>
            <a:r>
              <a:rPr sz="11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</a:t>
            </a:r>
            <a:r>
              <a:rPr sz="1100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reset</a:t>
            </a:r>
            <a:r>
              <a:rPr sz="1100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functionality</a:t>
            </a:r>
            <a:r>
              <a:rPr sz="1100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sz="1100" spc="-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convenience</a:t>
            </a:r>
            <a:endParaRPr sz="11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073140" y="1375156"/>
            <a:ext cx="561975" cy="1821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Medium</a:t>
            </a:r>
            <a:endParaRPr sz="11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930592" y="1352930"/>
            <a:ext cx="5727700" cy="626110"/>
          </a:xfrm>
          <a:custGeom>
            <a:avLst/>
            <a:gdLst/>
            <a:ahLst/>
            <a:cxnLst/>
            <a:rect l="l" t="t" r="r" b="b"/>
            <a:pathLst>
              <a:path w="5727700" h="626110">
                <a:moveTo>
                  <a:pt x="6350" y="0"/>
                </a:moveTo>
                <a:lnTo>
                  <a:pt x="0" y="0"/>
                </a:lnTo>
                <a:lnTo>
                  <a:pt x="0" y="19050"/>
                </a:lnTo>
                <a:lnTo>
                  <a:pt x="0" y="44386"/>
                </a:lnTo>
                <a:lnTo>
                  <a:pt x="0" y="625729"/>
                </a:lnTo>
                <a:lnTo>
                  <a:pt x="6350" y="625729"/>
                </a:lnTo>
                <a:lnTo>
                  <a:pt x="6350" y="44450"/>
                </a:lnTo>
                <a:lnTo>
                  <a:pt x="6350" y="19050"/>
                </a:lnTo>
                <a:lnTo>
                  <a:pt x="6350" y="0"/>
                </a:lnTo>
                <a:close/>
              </a:path>
              <a:path w="5727700" h="626110">
                <a:moveTo>
                  <a:pt x="317817" y="12700"/>
                </a:moveTo>
                <a:lnTo>
                  <a:pt x="311467" y="12700"/>
                </a:lnTo>
                <a:lnTo>
                  <a:pt x="19050" y="12700"/>
                </a:lnTo>
                <a:lnTo>
                  <a:pt x="12700" y="12700"/>
                </a:lnTo>
                <a:lnTo>
                  <a:pt x="12700" y="19050"/>
                </a:lnTo>
                <a:lnTo>
                  <a:pt x="12700" y="44386"/>
                </a:lnTo>
                <a:lnTo>
                  <a:pt x="12700" y="625729"/>
                </a:lnTo>
                <a:lnTo>
                  <a:pt x="19050" y="625729"/>
                </a:lnTo>
                <a:lnTo>
                  <a:pt x="19050" y="44450"/>
                </a:lnTo>
                <a:lnTo>
                  <a:pt x="19050" y="19050"/>
                </a:lnTo>
                <a:lnTo>
                  <a:pt x="311467" y="19050"/>
                </a:lnTo>
                <a:lnTo>
                  <a:pt x="311467" y="44386"/>
                </a:lnTo>
                <a:lnTo>
                  <a:pt x="311467" y="625729"/>
                </a:lnTo>
                <a:lnTo>
                  <a:pt x="317817" y="625729"/>
                </a:lnTo>
                <a:lnTo>
                  <a:pt x="317817" y="44450"/>
                </a:lnTo>
                <a:lnTo>
                  <a:pt x="317817" y="19050"/>
                </a:lnTo>
                <a:lnTo>
                  <a:pt x="317817" y="12700"/>
                </a:lnTo>
                <a:close/>
              </a:path>
              <a:path w="5727700" h="626110">
                <a:moveTo>
                  <a:pt x="317817" y="0"/>
                </a:moveTo>
                <a:lnTo>
                  <a:pt x="311467" y="0"/>
                </a:lnTo>
                <a:lnTo>
                  <a:pt x="19050" y="0"/>
                </a:lnTo>
                <a:lnTo>
                  <a:pt x="12700" y="0"/>
                </a:lnTo>
                <a:lnTo>
                  <a:pt x="12700" y="6350"/>
                </a:lnTo>
                <a:lnTo>
                  <a:pt x="19050" y="6350"/>
                </a:lnTo>
                <a:lnTo>
                  <a:pt x="311467" y="6350"/>
                </a:lnTo>
                <a:lnTo>
                  <a:pt x="317817" y="6350"/>
                </a:lnTo>
                <a:lnTo>
                  <a:pt x="317817" y="0"/>
                </a:lnTo>
                <a:close/>
              </a:path>
              <a:path w="5727700" h="626110">
                <a:moveTo>
                  <a:pt x="1918652" y="12700"/>
                </a:moveTo>
                <a:lnTo>
                  <a:pt x="1912302" y="12700"/>
                </a:lnTo>
                <a:lnTo>
                  <a:pt x="330517" y="12700"/>
                </a:lnTo>
                <a:lnTo>
                  <a:pt x="324167" y="12700"/>
                </a:lnTo>
                <a:lnTo>
                  <a:pt x="324167" y="19050"/>
                </a:lnTo>
                <a:lnTo>
                  <a:pt x="324167" y="44386"/>
                </a:lnTo>
                <a:lnTo>
                  <a:pt x="324167" y="625729"/>
                </a:lnTo>
                <a:lnTo>
                  <a:pt x="330517" y="625729"/>
                </a:lnTo>
                <a:lnTo>
                  <a:pt x="330517" y="44450"/>
                </a:lnTo>
                <a:lnTo>
                  <a:pt x="330517" y="19050"/>
                </a:lnTo>
                <a:lnTo>
                  <a:pt x="1912302" y="19050"/>
                </a:lnTo>
                <a:lnTo>
                  <a:pt x="1912302" y="44386"/>
                </a:lnTo>
                <a:lnTo>
                  <a:pt x="1912302" y="625729"/>
                </a:lnTo>
                <a:lnTo>
                  <a:pt x="1918652" y="625729"/>
                </a:lnTo>
                <a:lnTo>
                  <a:pt x="1918652" y="44450"/>
                </a:lnTo>
                <a:lnTo>
                  <a:pt x="1918652" y="19050"/>
                </a:lnTo>
                <a:lnTo>
                  <a:pt x="1918652" y="12700"/>
                </a:lnTo>
                <a:close/>
              </a:path>
              <a:path w="5727700" h="626110">
                <a:moveTo>
                  <a:pt x="1918652" y="0"/>
                </a:moveTo>
                <a:lnTo>
                  <a:pt x="1912302" y="0"/>
                </a:lnTo>
                <a:lnTo>
                  <a:pt x="330517" y="0"/>
                </a:lnTo>
                <a:lnTo>
                  <a:pt x="324167" y="0"/>
                </a:lnTo>
                <a:lnTo>
                  <a:pt x="324167" y="6350"/>
                </a:lnTo>
                <a:lnTo>
                  <a:pt x="330517" y="6350"/>
                </a:lnTo>
                <a:lnTo>
                  <a:pt x="1912302" y="6350"/>
                </a:lnTo>
                <a:lnTo>
                  <a:pt x="1918652" y="6350"/>
                </a:lnTo>
                <a:lnTo>
                  <a:pt x="1918652" y="0"/>
                </a:lnTo>
                <a:close/>
              </a:path>
              <a:path w="5727700" h="626110">
                <a:moveTo>
                  <a:pt x="5126672" y="12700"/>
                </a:moveTo>
                <a:lnTo>
                  <a:pt x="5120322" y="12700"/>
                </a:lnTo>
                <a:lnTo>
                  <a:pt x="1931352" y="12700"/>
                </a:lnTo>
                <a:lnTo>
                  <a:pt x="1925002" y="12700"/>
                </a:lnTo>
                <a:lnTo>
                  <a:pt x="1925002" y="19050"/>
                </a:lnTo>
                <a:lnTo>
                  <a:pt x="1925002" y="44386"/>
                </a:lnTo>
                <a:lnTo>
                  <a:pt x="1925002" y="625729"/>
                </a:lnTo>
                <a:lnTo>
                  <a:pt x="1931352" y="625729"/>
                </a:lnTo>
                <a:lnTo>
                  <a:pt x="1931352" y="44450"/>
                </a:lnTo>
                <a:lnTo>
                  <a:pt x="1931352" y="19050"/>
                </a:lnTo>
                <a:lnTo>
                  <a:pt x="5120322" y="19050"/>
                </a:lnTo>
                <a:lnTo>
                  <a:pt x="5120322" y="44386"/>
                </a:lnTo>
                <a:lnTo>
                  <a:pt x="5120322" y="625729"/>
                </a:lnTo>
                <a:lnTo>
                  <a:pt x="5126672" y="625729"/>
                </a:lnTo>
                <a:lnTo>
                  <a:pt x="5126672" y="44450"/>
                </a:lnTo>
                <a:lnTo>
                  <a:pt x="5126672" y="19050"/>
                </a:lnTo>
                <a:lnTo>
                  <a:pt x="5126672" y="12700"/>
                </a:lnTo>
                <a:close/>
              </a:path>
              <a:path w="5727700" h="626110">
                <a:moveTo>
                  <a:pt x="5126672" y="0"/>
                </a:moveTo>
                <a:lnTo>
                  <a:pt x="5120322" y="0"/>
                </a:lnTo>
                <a:lnTo>
                  <a:pt x="1931352" y="0"/>
                </a:lnTo>
                <a:lnTo>
                  <a:pt x="1925002" y="0"/>
                </a:lnTo>
                <a:lnTo>
                  <a:pt x="1925002" y="6350"/>
                </a:lnTo>
                <a:lnTo>
                  <a:pt x="1931352" y="6350"/>
                </a:lnTo>
                <a:lnTo>
                  <a:pt x="5120322" y="6350"/>
                </a:lnTo>
                <a:lnTo>
                  <a:pt x="5126672" y="6350"/>
                </a:lnTo>
                <a:lnTo>
                  <a:pt x="5126672" y="0"/>
                </a:lnTo>
                <a:close/>
              </a:path>
              <a:path w="5727700" h="626110">
                <a:moveTo>
                  <a:pt x="5708015" y="12700"/>
                </a:moveTo>
                <a:lnTo>
                  <a:pt x="5139372" y="12700"/>
                </a:lnTo>
                <a:lnTo>
                  <a:pt x="5133022" y="12700"/>
                </a:lnTo>
                <a:lnTo>
                  <a:pt x="5133022" y="19050"/>
                </a:lnTo>
                <a:lnTo>
                  <a:pt x="5133022" y="44386"/>
                </a:lnTo>
                <a:lnTo>
                  <a:pt x="5133022" y="625729"/>
                </a:lnTo>
                <a:lnTo>
                  <a:pt x="5139372" y="625729"/>
                </a:lnTo>
                <a:lnTo>
                  <a:pt x="5139372" y="44450"/>
                </a:lnTo>
                <a:lnTo>
                  <a:pt x="5139372" y="19050"/>
                </a:lnTo>
                <a:lnTo>
                  <a:pt x="5708015" y="19050"/>
                </a:lnTo>
                <a:lnTo>
                  <a:pt x="5708015" y="12700"/>
                </a:lnTo>
                <a:close/>
              </a:path>
              <a:path w="5727700" h="626110">
                <a:moveTo>
                  <a:pt x="5708015" y="0"/>
                </a:moveTo>
                <a:lnTo>
                  <a:pt x="5139372" y="0"/>
                </a:lnTo>
                <a:lnTo>
                  <a:pt x="5133022" y="0"/>
                </a:lnTo>
                <a:lnTo>
                  <a:pt x="5133022" y="6350"/>
                </a:lnTo>
                <a:lnTo>
                  <a:pt x="5139372" y="6350"/>
                </a:lnTo>
                <a:lnTo>
                  <a:pt x="5708015" y="6350"/>
                </a:lnTo>
                <a:lnTo>
                  <a:pt x="5708015" y="0"/>
                </a:lnTo>
                <a:close/>
              </a:path>
              <a:path w="5727700" h="626110">
                <a:moveTo>
                  <a:pt x="5714428" y="12700"/>
                </a:moveTo>
                <a:lnTo>
                  <a:pt x="5708078" y="12700"/>
                </a:lnTo>
                <a:lnTo>
                  <a:pt x="5708078" y="19050"/>
                </a:lnTo>
                <a:lnTo>
                  <a:pt x="5708078" y="44386"/>
                </a:lnTo>
                <a:lnTo>
                  <a:pt x="5708078" y="625729"/>
                </a:lnTo>
                <a:lnTo>
                  <a:pt x="5714428" y="625729"/>
                </a:lnTo>
                <a:lnTo>
                  <a:pt x="5714428" y="44450"/>
                </a:lnTo>
                <a:lnTo>
                  <a:pt x="5714428" y="19050"/>
                </a:lnTo>
                <a:lnTo>
                  <a:pt x="5714428" y="12700"/>
                </a:lnTo>
                <a:close/>
              </a:path>
              <a:path w="5727700" h="626110">
                <a:moveTo>
                  <a:pt x="5714428" y="0"/>
                </a:moveTo>
                <a:lnTo>
                  <a:pt x="5708078" y="0"/>
                </a:lnTo>
                <a:lnTo>
                  <a:pt x="5708078" y="6350"/>
                </a:lnTo>
                <a:lnTo>
                  <a:pt x="5714428" y="6350"/>
                </a:lnTo>
                <a:lnTo>
                  <a:pt x="5714428" y="0"/>
                </a:lnTo>
                <a:close/>
              </a:path>
              <a:path w="5727700" h="626110">
                <a:moveTo>
                  <a:pt x="5727128" y="0"/>
                </a:moveTo>
                <a:lnTo>
                  <a:pt x="5720778" y="0"/>
                </a:lnTo>
                <a:lnTo>
                  <a:pt x="5720778" y="19050"/>
                </a:lnTo>
                <a:lnTo>
                  <a:pt x="5720778" y="44386"/>
                </a:lnTo>
                <a:lnTo>
                  <a:pt x="5720778" y="625729"/>
                </a:lnTo>
                <a:lnTo>
                  <a:pt x="5727128" y="625729"/>
                </a:lnTo>
                <a:lnTo>
                  <a:pt x="5727128" y="44450"/>
                </a:lnTo>
                <a:lnTo>
                  <a:pt x="5727128" y="19050"/>
                </a:lnTo>
                <a:lnTo>
                  <a:pt x="572712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1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49642" y="2000884"/>
            <a:ext cx="1718310" cy="1821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PB3</a:t>
            </a:r>
            <a:r>
              <a:rPr sz="1100" spc="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UI</a:t>
            </a:r>
            <a:r>
              <a:rPr sz="1100" spc="-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Policy</a:t>
            </a:r>
            <a:r>
              <a:rPr sz="1100" spc="-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sz="1100" spc="-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Validation</a:t>
            </a:r>
            <a:endParaRPr sz="11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930592" y="1978659"/>
            <a:ext cx="5727700" cy="412750"/>
          </a:xfrm>
          <a:custGeom>
            <a:avLst/>
            <a:gdLst/>
            <a:ahLst/>
            <a:cxnLst/>
            <a:rect l="l" t="t" r="r" b="b"/>
            <a:pathLst>
              <a:path w="5727700" h="412750">
                <a:moveTo>
                  <a:pt x="6350" y="0"/>
                </a:moveTo>
                <a:lnTo>
                  <a:pt x="0" y="0"/>
                </a:lnTo>
                <a:lnTo>
                  <a:pt x="0" y="19050"/>
                </a:lnTo>
                <a:lnTo>
                  <a:pt x="0" y="44450"/>
                </a:lnTo>
                <a:lnTo>
                  <a:pt x="0" y="412750"/>
                </a:lnTo>
                <a:lnTo>
                  <a:pt x="6350" y="412750"/>
                </a:lnTo>
                <a:lnTo>
                  <a:pt x="6350" y="44450"/>
                </a:lnTo>
                <a:lnTo>
                  <a:pt x="6350" y="19050"/>
                </a:lnTo>
                <a:lnTo>
                  <a:pt x="6350" y="0"/>
                </a:lnTo>
                <a:close/>
              </a:path>
              <a:path w="5727700" h="412750">
                <a:moveTo>
                  <a:pt x="317817" y="12700"/>
                </a:moveTo>
                <a:lnTo>
                  <a:pt x="311467" y="12700"/>
                </a:lnTo>
                <a:lnTo>
                  <a:pt x="19050" y="12700"/>
                </a:lnTo>
                <a:lnTo>
                  <a:pt x="12700" y="12700"/>
                </a:lnTo>
                <a:lnTo>
                  <a:pt x="12700" y="19050"/>
                </a:lnTo>
                <a:lnTo>
                  <a:pt x="12700" y="44450"/>
                </a:lnTo>
                <a:lnTo>
                  <a:pt x="12700" y="412750"/>
                </a:lnTo>
                <a:lnTo>
                  <a:pt x="19050" y="412750"/>
                </a:lnTo>
                <a:lnTo>
                  <a:pt x="19050" y="44450"/>
                </a:lnTo>
                <a:lnTo>
                  <a:pt x="19050" y="19050"/>
                </a:lnTo>
                <a:lnTo>
                  <a:pt x="311467" y="19050"/>
                </a:lnTo>
                <a:lnTo>
                  <a:pt x="311467" y="44450"/>
                </a:lnTo>
                <a:lnTo>
                  <a:pt x="311467" y="412750"/>
                </a:lnTo>
                <a:lnTo>
                  <a:pt x="317817" y="412750"/>
                </a:lnTo>
                <a:lnTo>
                  <a:pt x="317817" y="44450"/>
                </a:lnTo>
                <a:lnTo>
                  <a:pt x="317817" y="19050"/>
                </a:lnTo>
                <a:lnTo>
                  <a:pt x="317817" y="12700"/>
                </a:lnTo>
                <a:close/>
              </a:path>
              <a:path w="5727700" h="412750">
                <a:moveTo>
                  <a:pt x="317817" y="0"/>
                </a:moveTo>
                <a:lnTo>
                  <a:pt x="311467" y="0"/>
                </a:lnTo>
                <a:lnTo>
                  <a:pt x="19050" y="0"/>
                </a:lnTo>
                <a:lnTo>
                  <a:pt x="12700" y="0"/>
                </a:lnTo>
                <a:lnTo>
                  <a:pt x="12700" y="6350"/>
                </a:lnTo>
                <a:lnTo>
                  <a:pt x="19050" y="6350"/>
                </a:lnTo>
                <a:lnTo>
                  <a:pt x="311467" y="6350"/>
                </a:lnTo>
                <a:lnTo>
                  <a:pt x="317817" y="6350"/>
                </a:lnTo>
                <a:lnTo>
                  <a:pt x="317817" y="0"/>
                </a:lnTo>
                <a:close/>
              </a:path>
              <a:path w="5727700" h="412750">
                <a:moveTo>
                  <a:pt x="1918652" y="12700"/>
                </a:moveTo>
                <a:lnTo>
                  <a:pt x="1912302" y="12700"/>
                </a:lnTo>
                <a:lnTo>
                  <a:pt x="330517" y="12700"/>
                </a:lnTo>
                <a:lnTo>
                  <a:pt x="324167" y="12700"/>
                </a:lnTo>
                <a:lnTo>
                  <a:pt x="324167" y="19050"/>
                </a:lnTo>
                <a:lnTo>
                  <a:pt x="324167" y="44450"/>
                </a:lnTo>
                <a:lnTo>
                  <a:pt x="324167" y="412750"/>
                </a:lnTo>
                <a:lnTo>
                  <a:pt x="330517" y="412750"/>
                </a:lnTo>
                <a:lnTo>
                  <a:pt x="330517" y="44450"/>
                </a:lnTo>
                <a:lnTo>
                  <a:pt x="330517" y="19050"/>
                </a:lnTo>
                <a:lnTo>
                  <a:pt x="1912302" y="19050"/>
                </a:lnTo>
                <a:lnTo>
                  <a:pt x="1912302" y="44450"/>
                </a:lnTo>
                <a:lnTo>
                  <a:pt x="1912302" y="412750"/>
                </a:lnTo>
                <a:lnTo>
                  <a:pt x="1918652" y="412750"/>
                </a:lnTo>
                <a:lnTo>
                  <a:pt x="1918652" y="44450"/>
                </a:lnTo>
                <a:lnTo>
                  <a:pt x="1918652" y="19050"/>
                </a:lnTo>
                <a:lnTo>
                  <a:pt x="1918652" y="12700"/>
                </a:lnTo>
                <a:close/>
              </a:path>
              <a:path w="5727700" h="412750">
                <a:moveTo>
                  <a:pt x="1918652" y="0"/>
                </a:moveTo>
                <a:lnTo>
                  <a:pt x="1912302" y="0"/>
                </a:lnTo>
                <a:lnTo>
                  <a:pt x="330517" y="0"/>
                </a:lnTo>
                <a:lnTo>
                  <a:pt x="324167" y="0"/>
                </a:lnTo>
                <a:lnTo>
                  <a:pt x="324167" y="6350"/>
                </a:lnTo>
                <a:lnTo>
                  <a:pt x="330517" y="6350"/>
                </a:lnTo>
                <a:lnTo>
                  <a:pt x="1912302" y="6350"/>
                </a:lnTo>
                <a:lnTo>
                  <a:pt x="1918652" y="6350"/>
                </a:lnTo>
                <a:lnTo>
                  <a:pt x="1918652" y="0"/>
                </a:lnTo>
                <a:close/>
              </a:path>
              <a:path w="5727700" h="412750">
                <a:moveTo>
                  <a:pt x="5126672" y="12700"/>
                </a:moveTo>
                <a:lnTo>
                  <a:pt x="5120322" y="12700"/>
                </a:lnTo>
                <a:lnTo>
                  <a:pt x="1931352" y="12700"/>
                </a:lnTo>
                <a:lnTo>
                  <a:pt x="1925002" y="12700"/>
                </a:lnTo>
                <a:lnTo>
                  <a:pt x="1925002" y="19050"/>
                </a:lnTo>
                <a:lnTo>
                  <a:pt x="1925002" y="44450"/>
                </a:lnTo>
                <a:lnTo>
                  <a:pt x="1925002" y="412750"/>
                </a:lnTo>
                <a:lnTo>
                  <a:pt x="1931352" y="412750"/>
                </a:lnTo>
                <a:lnTo>
                  <a:pt x="1931352" y="44450"/>
                </a:lnTo>
                <a:lnTo>
                  <a:pt x="1931352" y="19050"/>
                </a:lnTo>
                <a:lnTo>
                  <a:pt x="5120322" y="19050"/>
                </a:lnTo>
                <a:lnTo>
                  <a:pt x="5120322" y="44450"/>
                </a:lnTo>
                <a:lnTo>
                  <a:pt x="5120322" y="412750"/>
                </a:lnTo>
                <a:lnTo>
                  <a:pt x="5126672" y="412750"/>
                </a:lnTo>
                <a:lnTo>
                  <a:pt x="5126672" y="44450"/>
                </a:lnTo>
                <a:lnTo>
                  <a:pt x="5126672" y="19050"/>
                </a:lnTo>
                <a:lnTo>
                  <a:pt x="5126672" y="12700"/>
                </a:lnTo>
                <a:close/>
              </a:path>
              <a:path w="5727700" h="412750">
                <a:moveTo>
                  <a:pt x="5126672" y="0"/>
                </a:moveTo>
                <a:lnTo>
                  <a:pt x="5120322" y="0"/>
                </a:lnTo>
                <a:lnTo>
                  <a:pt x="1931352" y="0"/>
                </a:lnTo>
                <a:lnTo>
                  <a:pt x="1925002" y="0"/>
                </a:lnTo>
                <a:lnTo>
                  <a:pt x="1925002" y="6350"/>
                </a:lnTo>
                <a:lnTo>
                  <a:pt x="1931352" y="6350"/>
                </a:lnTo>
                <a:lnTo>
                  <a:pt x="5120322" y="6350"/>
                </a:lnTo>
                <a:lnTo>
                  <a:pt x="5126672" y="6350"/>
                </a:lnTo>
                <a:lnTo>
                  <a:pt x="5126672" y="0"/>
                </a:lnTo>
                <a:close/>
              </a:path>
              <a:path w="5727700" h="412750">
                <a:moveTo>
                  <a:pt x="5708015" y="12700"/>
                </a:moveTo>
                <a:lnTo>
                  <a:pt x="5139372" y="12700"/>
                </a:lnTo>
                <a:lnTo>
                  <a:pt x="5133022" y="12700"/>
                </a:lnTo>
                <a:lnTo>
                  <a:pt x="5133022" y="19050"/>
                </a:lnTo>
                <a:lnTo>
                  <a:pt x="5133022" y="44450"/>
                </a:lnTo>
                <a:lnTo>
                  <a:pt x="5133022" y="412750"/>
                </a:lnTo>
                <a:lnTo>
                  <a:pt x="5139372" y="412750"/>
                </a:lnTo>
                <a:lnTo>
                  <a:pt x="5139372" y="44450"/>
                </a:lnTo>
                <a:lnTo>
                  <a:pt x="5139372" y="19050"/>
                </a:lnTo>
                <a:lnTo>
                  <a:pt x="5708015" y="19050"/>
                </a:lnTo>
                <a:lnTo>
                  <a:pt x="5708015" y="12700"/>
                </a:lnTo>
                <a:close/>
              </a:path>
              <a:path w="5727700" h="412750">
                <a:moveTo>
                  <a:pt x="5708015" y="0"/>
                </a:moveTo>
                <a:lnTo>
                  <a:pt x="5139372" y="0"/>
                </a:lnTo>
                <a:lnTo>
                  <a:pt x="5133022" y="0"/>
                </a:lnTo>
                <a:lnTo>
                  <a:pt x="5133022" y="6350"/>
                </a:lnTo>
                <a:lnTo>
                  <a:pt x="5139372" y="6350"/>
                </a:lnTo>
                <a:lnTo>
                  <a:pt x="5708015" y="6350"/>
                </a:lnTo>
                <a:lnTo>
                  <a:pt x="5708015" y="0"/>
                </a:lnTo>
                <a:close/>
              </a:path>
              <a:path w="5727700" h="412750">
                <a:moveTo>
                  <a:pt x="5714428" y="12700"/>
                </a:moveTo>
                <a:lnTo>
                  <a:pt x="5708078" y="12700"/>
                </a:lnTo>
                <a:lnTo>
                  <a:pt x="5708078" y="19050"/>
                </a:lnTo>
                <a:lnTo>
                  <a:pt x="5708078" y="44450"/>
                </a:lnTo>
                <a:lnTo>
                  <a:pt x="5708078" y="412750"/>
                </a:lnTo>
                <a:lnTo>
                  <a:pt x="5714428" y="412750"/>
                </a:lnTo>
                <a:lnTo>
                  <a:pt x="5714428" y="44450"/>
                </a:lnTo>
                <a:lnTo>
                  <a:pt x="5714428" y="19050"/>
                </a:lnTo>
                <a:lnTo>
                  <a:pt x="5714428" y="12700"/>
                </a:lnTo>
                <a:close/>
              </a:path>
              <a:path w="5727700" h="412750">
                <a:moveTo>
                  <a:pt x="5714428" y="0"/>
                </a:moveTo>
                <a:lnTo>
                  <a:pt x="5708078" y="0"/>
                </a:lnTo>
                <a:lnTo>
                  <a:pt x="5708078" y="6350"/>
                </a:lnTo>
                <a:lnTo>
                  <a:pt x="5714428" y="6350"/>
                </a:lnTo>
                <a:lnTo>
                  <a:pt x="5714428" y="0"/>
                </a:lnTo>
                <a:close/>
              </a:path>
              <a:path w="5727700" h="412750">
                <a:moveTo>
                  <a:pt x="5727128" y="0"/>
                </a:moveTo>
                <a:lnTo>
                  <a:pt x="5720778" y="0"/>
                </a:lnTo>
                <a:lnTo>
                  <a:pt x="5720778" y="19050"/>
                </a:lnTo>
                <a:lnTo>
                  <a:pt x="5720778" y="44450"/>
                </a:lnTo>
                <a:lnTo>
                  <a:pt x="5720778" y="412750"/>
                </a:lnTo>
                <a:lnTo>
                  <a:pt x="5727128" y="412750"/>
                </a:lnTo>
                <a:lnTo>
                  <a:pt x="5727128" y="44450"/>
                </a:lnTo>
                <a:lnTo>
                  <a:pt x="5727128" y="19050"/>
                </a:lnTo>
                <a:lnTo>
                  <a:pt x="572712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1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949642" y="2413634"/>
            <a:ext cx="1573530" cy="1821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PB4</a:t>
            </a:r>
            <a:r>
              <a:rPr sz="1100" spc="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Approval</a:t>
            </a:r>
            <a:r>
              <a:rPr sz="1100" spc="-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Workflow</a:t>
            </a:r>
            <a:endParaRPr sz="11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865120" y="2000884"/>
            <a:ext cx="3533775" cy="57195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</a:t>
            </a:r>
            <a:r>
              <a:rPr sz="1100" spc="-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correct</a:t>
            </a:r>
            <a:r>
              <a:rPr sz="1100" spc="-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field</a:t>
            </a:r>
            <a:r>
              <a:rPr sz="1100" spc="-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visibility</a:t>
            </a:r>
            <a:r>
              <a:rPr sz="1100" spc="-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1100" spc="-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sz="1100" spc="-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validation</a:t>
            </a:r>
            <a:r>
              <a:rPr sz="1100" spc="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</a:t>
            </a:r>
            <a:endParaRPr sz="1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360"/>
              </a:spcBef>
            </a:pPr>
            <a:endParaRPr sz="1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00000"/>
              </a:lnSpc>
              <a:tabLst>
                <a:tab pos="3220085" algn="l"/>
              </a:tabLst>
            </a:pPr>
            <a:r>
              <a:rPr sz="11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</a:t>
            </a:r>
            <a:r>
              <a:rPr sz="1100" spc="-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</a:t>
            </a:r>
            <a:r>
              <a:rPr sz="1100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approval</a:t>
            </a:r>
            <a:r>
              <a:rPr sz="1100" spc="-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routing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sz="11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</a:t>
            </a:r>
            <a:endParaRPr sz="11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930592" y="2391410"/>
            <a:ext cx="5727700" cy="826135"/>
            <a:chOff x="930592" y="2391410"/>
            <a:chExt cx="5727700" cy="826135"/>
          </a:xfrm>
        </p:grpSpPr>
        <p:sp>
          <p:nvSpPr>
            <p:cNvPr id="19" name="object 19"/>
            <p:cNvSpPr/>
            <p:nvPr/>
          </p:nvSpPr>
          <p:spPr>
            <a:xfrm>
              <a:off x="930592" y="2391409"/>
              <a:ext cx="5727700" cy="457834"/>
            </a:xfrm>
            <a:custGeom>
              <a:avLst/>
              <a:gdLst/>
              <a:ahLst/>
              <a:cxnLst/>
              <a:rect l="l" t="t" r="r" b="b"/>
              <a:pathLst>
                <a:path w="5727700" h="457835">
                  <a:moveTo>
                    <a:pt x="6350" y="413131"/>
                  </a:moveTo>
                  <a:lnTo>
                    <a:pt x="0" y="413131"/>
                  </a:lnTo>
                  <a:lnTo>
                    <a:pt x="0" y="432181"/>
                  </a:lnTo>
                  <a:lnTo>
                    <a:pt x="0" y="457581"/>
                  </a:lnTo>
                  <a:lnTo>
                    <a:pt x="6350" y="457581"/>
                  </a:lnTo>
                  <a:lnTo>
                    <a:pt x="6350" y="432181"/>
                  </a:lnTo>
                  <a:lnTo>
                    <a:pt x="6350" y="413131"/>
                  </a:lnTo>
                  <a:close/>
                </a:path>
                <a:path w="5727700" h="457835">
                  <a:moveTo>
                    <a:pt x="6350" y="0"/>
                  </a:moveTo>
                  <a:lnTo>
                    <a:pt x="0" y="0"/>
                  </a:lnTo>
                  <a:lnTo>
                    <a:pt x="0" y="19050"/>
                  </a:lnTo>
                  <a:lnTo>
                    <a:pt x="0" y="44399"/>
                  </a:lnTo>
                  <a:lnTo>
                    <a:pt x="0" y="413004"/>
                  </a:lnTo>
                  <a:lnTo>
                    <a:pt x="6350" y="413004"/>
                  </a:lnTo>
                  <a:lnTo>
                    <a:pt x="6350" y="44450"/>
                  </a:lnTo>
                  <a:lnTo>
                    <a:pt x="6350" y="19050"/>
                  </a:lnTo>
                  <a:lnTo>
                    <a:pt x="6350" y="0"/>
                  </a:lnTo>
                  <a:close/>
                </a:path>
                <a:path w="5727700" h="457835">
                  <a:moveTo>
                    <a:pt x="317817" y="425831"/>
                  </a:moveTo>
                  <a:lnTo>
                    <a:pt x="311467" y="425831"/>
                  </a:lnTo>
                  <a:lnTo>
                    <a:pt x="19050" y="425831"/>
                  </a:lnTo>
                  <a:lnTo>
                    <a:pt x="12700" y="425831"/>
                  </a:lnTo>
                  <a:lnTo>
                    <a:pt x="12700" y="432181"/>
                  </a:lnTo>
                  <a:lnTo>
                    <a:pt x="12700" y="457581"/>
                  </a:lnTo>
                  <a:lnTo>
                    <a:pt x="19050" y="457581"/>
                  </a:lnTo>
                  <a:lnTo>
                    <a:pt x="19050" y="432181"/>
                  </a:lnTo>
                  <a:lnTo>
                    <a:pt x="311467" y="432181"/>
                  </a:lnTo>
                  <a:lnTo>
                    <a:pt x="311467" y="457581"/>
                  </a:lnTo>
                  <a:lnTo>
                    <a:pt x="317817" y="457581"/>
                  </a:lnTo>
                  <a:lnTo>
                    <a:pt x="317817" y="432181"/>
                  </a:lnTo>
                  <a:lnTo>
                    <a:pt x="317817" y="425831"/>
                  </a:lnTo>
                  <a:close/>
                </a:path>
                <a:path w="5727700" h="457835">
                  <a:moveTo>
                    <a:pt x="317817" y="413131"/>
                  </a:moveTo>
                  <a:lnTo>
                    <a:pt x="311467" y="413131"/>
                  </a:lnTo>
                  <a:lnTo>
                    <a:pt x="19050" y="413131"/>
                  </a:lnTo>
                  <a:lnTo>
                    <a:pt x="12700" y="413131"/>
                  </a:lnTo>
                  <a:lnTo>
                    <a:pt x="12700" y="419481"/>
                  </a:lnTo>
                  <a:lnTo>
                    <a:pt x="19050" y="419481"/>
                  </a:lnTo>
                  <a:lnTo>
                    <a:pt x="311467" y="419481"/>
                  </a:lnTo>
                  <a:lnTo>
                    <a:pt x="317817" y="419481"/>
                  </a:lnTo>
                  <a:lnTo>
                    <a:pt x="317817" y="413131"/>
                  </a:lnTo>
                  <a:close/>
                </a:path>
                <a:path w="5727700" h="457835">
                  <a:moveTo>
                    <a:pt x="317817" y="12700"/>
                  </a:moveTo>
                  <a:lnTo>
                    <a:pt x="311467" y="12700"/>
                  </a:lnTo>
                  <a:lnTo>
                    <a:pt x="19050" y="12700"/>
                  </a:lnTo>
                  <a:lnTo>
                    <a:pt x="12700" y="12700"/>
                  </a:lnTo>
                  <a:lnTo>
                    <a:pt x="12700" y="19050"/>
                  </a:lnTo>
                  <a:lnTo>
                    <a:pt x="12700" y="44399"/>
                  </a:lnTo>
                  <a:lnTo>
                    <a:pt x="12700" y="413004"/>
                  </a:lnTo>
                  <a:lnTo>
                    <a:pt x="19050" y="413004"/>
                  </a:lnTo>
                  <a:lnTo>
                    <a:pt x="19050" y="44450"/>
                  </a:lnTo>
                  <a:lnTo>
                    <a:pt x="19050" y="19050"/>
                  </a:lnTo>
                  <a:lnTo>
                    <a:pt x="311467" y="19050"/>
                  </a:lnTo>
                  <a:lnTo>
                    <a:pt x="311467" y="44399"/>
                  </a:lnTo>
                  <a:lnTo>
                    <a:pt x="311467" y="413004"/>
                  </a:lnTo>
                  <a:lnTo>
                    <a:pt x="317817" y="413004"/>
                  </a:lnTo>
                  <a:lnTo>
                    <a:pt x="317817" y="44450"/>
                  </a:lnTo>
                  <a:lnTo>
                    <a:pt x="317817" y="19050"/>
                  </a:lnTo>
                  <a:lnTo>
                    <a:pt x="317817" y="12700"/>
                  </a:lnTo>
                  <a:close/>
                </a:path>
                <a:path w="5727700" h="457835">
                  <a:moveTo>
                    <a:pt x="317817" y="0"/>
                  </a:moveTo>
                  <a:lnTo>
                    <a:pt x="311467" y="0"/>
                  </a:lnTo>
                  <a:lnTo>
                    <a:pt x="19050" y="0"/>
                  </a:lnTo>
                  <a:lnTo>
                    <a:pt x="12700" y="0"/>
                  </a:lnTo>
                  <a:lnTo>
                    <a:pt x="12700" y="6350"/>
                  </a:lnTo>
                  <a:lnTo>
                    <a:pt x="19050" y="6350"/>
                  </a:lnTo>
                  <a:lnTo>
                    <a:pt x="311467" y="6350"/>
                  </a:lnTo>
                  <a:lnTo>
                    <a:pt x="317817" y="6350"/>
                  </a:lnTo>
                  <a:lnTo>
                    <a:pt x="317817" y="0"/>
                  </a:lnTo>
                  <a:close/>
                </a:path>
                <a:path w="5727700" h="457835">
                  <a:moveTo>
                    <a:pt x="1918652" y="425831"/>
                  </a:moveTo>
                  <a:lnTo>
                    <a:pt x="1912302" y="425831"/>
                  </a:lnTo>
                  <a:lnTo>
                    <a:pt x="330517" y="425831"/>
                  </a:lnTo>
                  <a:lnTo>
                    <a:pt x="324167" y="425831"/>
                  </a:lnTo>
                  <a:lnTo>
                    <a:pt x="324167" y="432181"/>
                  </a:lnTo>
                  <a:lnTo>
                    <a:pt x="324167" y="457581"/>
                  </a:lnTo>
                  <a:lnTo>
                    <a:pt x="330517" y="457581"/>
                  </a:lnTo>
                  <a:lnTo>
                    <a:pt x="330517" y="432181"/>
                  </a:lnTo>
                  <a:lnTo>
                    <a:pt x="1912302" y="432181"/>
                  </a:lnTo>
                  <a:lnTo>
                    <a:pt x="1912302" y="457581"/>
                  </a:lnTo>
                  <a:lnTo>
                    <a:pt x="1918652" y="457581"/>
                  </a:lnTo>
                  <a:lnTo>
                    <a:pt x="1918652" y="432181"/>
                  </a:lnTo>
                  <a:lnTo>
                    <a:pt x="1918652" y="425831"/>
                  </a:lnTo>
                  <a:close/>
                </a:path>
                <a:path w="5727700" h="457835">
                  <a:moveTo>
                    <a:pt x="1918652" y="413131"/>
                  </a:moveTo>
                  <a:lnTo>
                    <a:pt x="1912302" y="413131"/>
                  </a:lnTo>
                  <a:lnTo>
                    <a:pt x="330517" y="413131"/>
                  </a:lnTo>
                  <a:lnTo>
                    <a:pt x="324167" y="413131"/>
                  </a:lnTo>
                  <a:lnTo>
                    <a:pt x="324167" y="419481"/>
                  </a:lnTo>
                  <a:lnTo>
                    <a:pt x="330517" y="419481"/>
                  </a:lnTo>
                  <a:lnTo>
                    <a:pt x="1912302" y="419481"/>
                  </a:lnTo>
                  <a:lnTo>
                    <a:pt x="1918652" y="419481"/>
                  </a:lnTo>
                  <a:lnTo>
                    <a:pt x="1918652" y="413131"/>
                  </a:lnTo>
                  <a:close/>
                </a:path>
                <a:path w="5727700" h="457835">
                  <a:moveTo>
                    <a:pt x="1918652" y="12700"/>
                  </a:moveTo>
                  <a:lnTo>
                    <a:pt x="1912302" y="12700"/>
                  </a:lnTo>
                  <a:lnTo>
                    <a:pt x="330517" y="12700"/>
                  </a:lnTo>
                  <a:lnTo>
                    <a:pt x="324167" y="12700"/>
                  </a:lnTo>
                  <a:lnTo>
                    <a:pt x="324167" y="19050"/>
                  </a:lnTo>
                  <a:lnTo>
                    <a:pt x="324167" y="44399"/>
                  </a:lnTo>
                  <a:lnTo>
                    <a:pt x="324167" y="413004"/>
                  </a:lnTo>
                  <a:lnTo>
                    <a:pt x="330517" y="413004"/>
                  </a:lnTo>
                  <a:lnTo>
                    <a:pt x="330517" y="44450"/>
                  </a:lnTo>
                  <a:lnTo>
                    <a:pt x="330517" y="19050"/>
                  </a:lnTo>
                  <a:lnTo>
                    <a:pt x="1912302" y="19050"/>
                  </a:lnTo>
                  <a:lnTo>
                    <a:pt x="1912302" y="44399"/>
                  </a:lnTo>
                  <a:lnTo>
                    <a:pt x="1912302" y="413004"/>
                  </a:lnTo>
                  <a:lnTo>
                    <a:pt x="1918652" y="413004"/>
                  </a:lnTo>
                  <a:lnTo>
                    <a:pt x="1918652" y="44450"/>
                  </a:lnTo>
                  <a:lnTo>
                    <a:pt x="1918652" y="19050"/>
                  </a:lnTo>
                  <a:lnTo>
                    <a:pt x="1918652" y="12700"/>
                  </a:lnTo>
                  <a:close/>
                </a:path>
                <a:path w="5727700" h="457835">
                  <a:moveTo>
                    <a:pt x="1918652" y="0"/>
                  </a:moveTo>
                  <a:lnTo>
                    <a:pt x="1912302" y="0"/>
                  </a:lnTo>
                  <a:lnTo>
                    <a:pt x="330517" y="0"/>
                  </a:lnTo>
                  <a:lnTo>
                    <a:pt x="324167" y="0"/>
                  </a:lnTo>
                  <a:lnTo>
                    <a:pt x="324167" y="6350"/>
                  </a:lnTo>
                  <a:lnTo>
                    <a:pt x="330517" y="6350"/>
                  </a:lnTo>
                  <a:lnTo>
                    <a:pt x="1912302" y="6350"/>
                  </a:lnTo>
                  <a:lnTo>
                    <a:pt x="1918652" y="6350"/>
                  </a:lnTo>
                  <a:lnTo>
                    <a:pt x="1918652" y="0"/>
                  </a:lnTo>
                  <a:close/>
                </a:path>
                <a:path w="5727700" h="457835">
                  <a:moveTo>
                    <a:pt x="5120322" y="425831"/>
                  </a:moveTo>
                  <a:lnTo>
                    <a:pt x="1931352" y="425831"/>
                  </a:lnTo>
                  <a:lnTo>
                    <a:pt x="1925002" y="425831"/>
                  </a:lnTo>
                  <a:lnTo>
                    <a:pt x="1925002" y="432181"/>
                  </a:lnTo>
                  <a:lnTo>
                    <a:pt x="1925002" y="457581"/>
                  </a:lnTo>
                  <a:lnTo>
                    <a:pt x="1931352" y="457581"/>
                  </a:lnTo>
                  <a:lnTo>
                    <a:pt x="1931352" y="432181"/>
                  </a:lnTo>
                  <a:lnTo>
                    <a:pt x="5120322" y="432181"/>
                  </a:lnTo>
                  <a:lnTo>
                    <a:pt x="5120322" y="425831"/>
                  </a:lnTo>
                  <a:close/>
                </a:path>
                <a:path w="5727700" h="457835">
                  <a:moveTo>
                    <a:pt x="5120322" y="413131"/>
                  </a:moveTo>
                  <a:lnTo>
                    <a:pt x="1931352" y="413131"/>
                  </a:lnTo>
                  <a:lnTo>
                    <a:pt x="1925002" y="413131"/>
                  </a:lnTo>
                  <a:lnTo>
                    <a:pt x="1925002" y="419481"/>
                  </a:lnTo>
                  <a:lnTo>
                    <a:pt x="1931352" y="419481"/>
                  </a:lnTo>
                  <a:lnTo>
                    <a:pt x="5120322" y="419481"/>
                  </a:lnTo>
                  <a:lnTo>
                    <a:pt x="5120322" y="413131"/>
                  </a:lnTo>
                  <a:close/>
                </a:path>
                <a:path w="5727700" h="457835">
                  <a:moveTo>
                    <a:pt x="5126672" y="432181"/>
                  </a:moveTo>
                  <a:lnTo>
                    <a:pt x="5120322" y="432181"/>
                  </a:lnTo>
                  <a:lnTo>
                    <a:pt x="5120322" y="457581"/>
                  </a:lnTo>
                  <a:lnTo>
                    <a:pt x="5126672" y="457581"/>
                  </a:lnTo>
                  <a:lnTo>
                    <a:pt x="5126672" y="432181"/>
                  </a:lnTo>
                  <a:close/>
                </a:path>
                <a:path w="5727700" h="457835">
                  <a:moveTo>
                    <a:pt x="5126672" y="12700"/>
                  </a:moveTo>
                  <a:lnTo>
                    <a:pt x="5120322" y="12700"/>
                  </a:lnTo>
                  <a:lnTo>
                    <a:pt x="1931352" y="12700"/>
                  </a:lnTo>
                  <a:lnTo>
                    <a:pt x="1925002" y="12700"/>
                  </a:lnTo>
                  <a:lnTo>
                    <a:pt x="1925002" y="19050"/>
                  </a:lnTo>
                  <a:lnTo>
                    <a:pt x="1925002" y="44399"/>
                  </a:lnTo>
                  <a:lnTo>
                    <a:pt x="1925002" y="413004"/>
                  </a:lnTo>
                  <a:lnTo>
                    <a:pt x="1931352" y="413004"/>
                  </a:lnTo>
                  <a:lnTo>
                    <a:pt x="1931352" y="44450"/>
                  </a:lnTo>
                  <a:lnTo>
                    <a:pt x="1931352" y="19050"/>
                  </a:lnTo>
                  <a:lnTo>
                    <a:pt x="5120322" y="19050"/>
                  </a:lnTo>
                  <a:lnTo>
                    <a:pt x="5120322" y="44399"/>
                  </a:lnTo>
                  <a:lnTo>
                    <a:pt x="5120322" y="413004"/>
                  </a:lnTo>
                  <a:lnTo>
                    <a:pt x="5126672" y="413004"/>
                  </a:lnTo>
                  <a:lnTo>
                    <a:pt x="5126672" y="44450"/>
                  </a:lnTo>
                  <a:lnTo>
                    <a:pt x="5126672" y="19050"/>
                  </a:lnTo>
                  <a:lnTo>
                    <a:pt x="5126672" y="12700"/>
                  </a:lnTo>
                  <a:close/>
                </a:path>
                <a:path w="5727700" h="457835">
                  <a:moveTo>
                    <a:pt x="5126672" y="0"/>
                  </a:moveTo>
                  <a:lnTo>
                    <a:pt x="5120322" y="0"/>
                  </a:lnTo>
                  <a:lnTo>
                    <a:pt x="1931352" y="0"/>
                  </a:lnTo>
                  <a:lnTo>
                    <a:pt x="1925002" y="0"/>
                  </a:lnTo>
                  <a:lnTo>
                    <a:pt x="1925002" y="6350"/>
                  </a:lnTo>
                  <a:lnTo>
                    <a:pt x="1931352" y="6350"/>
                  </a:lnTo>
                  <a:lnTo>
                    <a:pt x="5120322" y="6350"/>
                  </a:lnTo>
                  <a:lnTo>
                    <a:pt x="5126672" y="6350"/>
                  </a:lnTo>
                  <a:lnTo>
                    <a:pt x="5126672" y="0"/>
                  </a:lnTo>
                  <a:close/>
                </a:path>
                <a:path w="5727700" h="457835">
                  <a:moveTo>
                    <a:pt x="5139372" y="432181"/>
                  </a:moveTo>
                  <a:lnTo>
                    <a:pt x="5133022" y="432181"/>
                  </a:lnTo>
                  <a:lnTo>
                    <a:pt x="5133022" y="457581"/>
                  </a:lnTo>
                  <a:lnTo>
                    <a:pt x="5139372" y="457581"/>
                  </a:lnTo>
                  <a:lnTo>
                    <a:pt x="5139372" y="432181"/>
                  </a:lnTo>
                  <a:close/>
                </a:path>
                <a:path w="5727700" h="457835">
                  <a:moveTo>
                    <a:pt x="5708015" y="12700"/>
                  </a:moveTo>
                  <a:lnTo>
                    <a:pt x="5139372" y="12700"/>
                  </a:lnTo>
                  <a:lnTo>
                    <a:pt x="5133022" y="12700"/>
                  </a:lnTo>
                  <a:lnTo>
                    <a:pt x="5133022" y="19050"/>
                  </a:lnTo>
                  <a:lnTo>
                    <a:pt x="5133022" y="44399"/>
                  </a:lnTo>
                  <a:lnTo>
                    <a:pt x="5133022" y="413004"/>
                  </a:lnTo>
                  <a:lnTo>
                    <a:pt x="5139372" y="413004"/>
                  </a:lnTo>
                  <a:lnTo>
                    <a:pt x="5139372" y="44450"/>
                  </a:lnTo>
                  <a:lnTo>
                    <a:pt x="5139372" y="19050"/>
                  </a:lnTo>
                  <a:lnTo>
                    <a:pt x="5708015" y="19050"/>
                  </a:lnTo>
                  <a:lnTo>
                    <a:pt x="5708015" y="12700"/>
                  </a:lnTo>
                  <a:close/>
                </a:path>
                <a:path w="5727700" h="457835">
                  <a:moveTo>
                    <a:pt x="5708015" y="0"/>
                  </a:moveTo>
                  <a:lnTo>
                    <a:pt x="5139372" y="0"/>
                  </a:lnTo>
                  <a:lnTo>
                    <a:pt x="5133022" y="0"/>
                  </a:lnTo>
                  <a:lnTo>
                    <a:pt x="5133022" y="6350"/>
                  </a:lnTo>
                  <a:lnTo>
                    <a:pt x="5139372" y="6350"/>
                  </a:lnTo>
                  <a:lnTo>
                    <a:pt x="5708015" y="6350"/>
                  </a:lnTo>
                  <a:lnTo>
                    <a:pt x="5708015" y="0"/>
                  </a:lnTo>
                  <a:close/>
                </a:path>
                <a:path w="5727700" h="457835">
                  <a:moveTo>
                    <a:pt x="5714428" y="12700"/>
                  </a:moveTo>
                  <a:lnTo>
                    <a:pt x="5708078" y="12700"/>
                  </a:lnTo>
                  <a:lnTo>
                    <a:pt x="5708078" y="19050"/>
                  </a:lnTo>
                  <a:lnTo>
                    <a:pt x="5708078" y="44399"/>
                  </a:lnTo>
                  <a:lnTo>
                    <a:pt x="5708078" y="413004"/>
                  </a:lnTo>
                  <a:lnTo>
                    <a:pt x="5714428" y="413004"/>
                  </a:lnTo>
                  <a:lnTo>
                    <a:pt x="5714428" y="44450"/>
                  </a:lnTo>
                  <a:lnTo>
                    <a:pt x="5714428" y="19050"/>
                  </a:lnTo>
                  <a:lnTo>
                    <a:pt x="5714428" y="12700"/>
                  </a:lnTo>
                  <a:close/>
                </a:path>
                <a:path w="5727700" h="457835">
                  <a:moveTo>
                    <a:pt x="5714428" y="0"/>
                  </a:moveTo>
                  <a:lnTo>
                    <a:pt x="5708078" y="0"/>
                  </a:lnTo>
                  <a:lnTo>
                    <a:pt x="5708078" y="6350"/>
                  </a:lnTo>
                  <a:lnTo>
                    <a:pt x="5714428" y="6350"/>
                  </a:lnTo>
                  <a:lnTo>
                    <a:pt x="5714428" y="0"/>
                  </a:lnTo>
                  <a:close/>
                </a:path>
                <a:path w="5727700" h="457835">
                  <a:moveTo>
                    <a:pt x="5727128" y="0"/>
                  </a:moveTo>
                  <a:lnTo>
                    <a:pt x="5720778" y="0"/>
                  </a:lnTo>
                  <a:lnTo>
                    <a:pt x="5720778" y="19050"/>
                  </a:lnTo>
                  <a:lnTo>
                    <a:pt x="5720778" y="44399"/>
                  </a:lnTo>
                  <a:lnTo>
                    <a:pt x="5720778" y="413004"/>
                  </a:lnTo>
                  <a:lnTo>
                    <a:pt x="5727128" y="413004"/>
                  </a:lnTo>
                  <a:lnTo>
                    <a:pt x="5727128" y="44450"/>
                  </a:lnTo>
                  <a:lnTo>
                    <a:pt x="5727128" y="19050"/>
                  </a:lnTo>
                  <a:lnTo>
                    <a:pt x="572712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1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" name="object 20"/>
            <p:cNvSpPr/>
            <p:nvPr/>
          </p:nvSpPr>
          <p:spPr>
            <a:xfrm>
              <a:off x="930592" y="2804540"/>
              <a:ext cx="5727700" cy="412750"/>
            </a:xfrm>
            <a:custGeom>
              <a:avLst/>
              <a:gdLst/>
              <a:ahLst/>
              <a:cxnLst/>
              <a:rect l="l" t="t" r="r" b="b"/>
              <a:pathLst>
                <a:path w="5727700" h="412750">
                  <a:moveTo>
                    <a:pt x="6350" y="44450"/>
                  </a:moveTo>
                  <a:lnTo>
                    <a:pt x="0" y="44450"/>
                  </a:lnTo>
                  <a:lnTo>
                    <a:pt x="0" y="412750"/>
                  </a:lnTo>
                  <a:lnTo>
                    <a:pt x="6350" y="412750"/>
                  </a:lnTo>
                  <a:lnTo>
                    <a:pt x="6350" y="44450"/>
                  </a:lnTo>
                  <a:close/>
                </a:path>
                <a:path w="5727700" h="412750">
                  <a:moveTo>
                    <a:pt x="19050" y="44450"/>
                  </a:moveTo>
                  <a:lnTo>
                    <a:pt x="12700" y="44450"/>
                  </a:lnTo>
                  <a:lnTo>
                    <a:pt x="12700" y="412750"/>
                  </a:lnTo>
                  <a:lnTo>
                    <a:pt x="19050" y="412750"/>
                  </a:lnTo>
                  <a:lnTo>
                    <a:pt x="19050" y="44450"/>
                  </a:lnTo>
                  <a:close/>
                </a:path>
                <a:path w="5727700" h="412750">
                  <a:moveTo>
                    <a:pt x="317817" y="44450"/>
                  </a:moveTo>
                  <a:lnTo>
                    <a:pt x="311467" y="44450"/>
                  </a:lnTo>
                  <a:lnTo>
                    <a:pt x="311467" y="412750"/>
                  </a:lnTo>
                  <a:lnTo>
                    <a:pt x="317817" y="412750"/>
                  </a:lnTo>
                  <a:lnTo>
                    <a:pt x="317817" y="44450"/>
                  </a:lnTo>
                  <a:close/>
                </a:path>
                <a:path w="5727700" h="412750">
                  <a:moveTo>
                    <a:pt x="330517" y="44450"/>
                  </a:moveTo>
                  <a:lnTo>
                    <a:pt x="324167" y="44450"/>
                  </a:lnTo>
                  <a:lnTo>
                    <a:pt x="324167" y="412750"/>
                  </a:lnTo>
                  <a:lnTo>
                    <a:pt x="330517" y="412750"/>
                  </a:lnTo>
                  <a:lnTo>
                    <a:pt x="330517" y="44450"/>
                  </a:lnTo>
                  <a:close/>
                </a:path>
                <a:path w="5727700" h="412750">
                  <a:moveTo>
                    <a:pt x="1918652" y="44450"/>
                  </a:moveTo>
                  <a:lnTo>
                    <a:pt x="1912302" y="44450"/>
                  </a:lnTo>
                  <a:lnTo>
                    <a:pt x="1912302" y="412750"/>
                  </a:lnTo>
                  <a:lnTo>
                    <a:pt x="1918652" y="412750"/>
                  </a:lnTo>
                  <a:lnTo>
                    <a:pt x="1918652" y="44450"/>
                  </a:lnTo>
                  <a:close/>
                </a:path>
                <a:path w="5727700" h="412750">
                  <a:moveTo>
                    <a:pt x="1931352" y="44450"/>
                  </a:moveTo>
                  <a:lnTo>
                    <a:pt x="1925002" y="44450"/>
                  </a:lnTo>
                  <a:lnTo>
                    <a:pt x="1925002" y="412750"/>
                  </a:lnTo>
                  <a:lnTo>
                    <a:pt x="1931352" y="412750"/>
                  </a:lnTo>
                  <a:lnTo>
                    <a:pt x="1931352" y="44450"/>
                  </a:lnTo>
                  <a:close/>
                </a:path>
                <a:path w="5727700" h="412750">
                  <a:moveTo>
                    <a:pt x="5126672" y="12700"/>
                  </a:moveTo>
                  <a:lnTo>
                    <a:pt x="5120322" y="12700"/>
                  </a:lnTo>
                  <a:lnTo>
                    <a:pt x="5120322" y="19050"/>
                  </a:lnTo>
                  <a:lnTo>
                    <a:pt x="5120322" y="44450"/>
                  </a:lnTo>
                  <a:lnTo>
                    <a:pt x="5120322" y="412750"/>
                  </a:lnTo>
                  <a:lnTo>
                    <a:pt x="5126672" y="412750"/>
                  </a:lnTo>
                  <a:lnTo>
                    <a:pt x="5126672" y="44450"/>
                  </a:lnTo>
                  <a:lnTo>
                    <a:pt x="5126672" y="19050"/>
                  </a:lnTo>
                  <a:lnTo>
                    <a:pt x="5126672" y="12700"/>
                  </a:lnTo>
                  <a:close/>
                </a:path>
                <a:path w="5727700" h="412750">
                  <a:moveTo>
                    <a:pt x="5126672" y="0"/>
                  </a:moveTo>
                  <a:lnTo>
                    <a:pt x="5120322" y="0"/>
                  </a:lnTo>
                  <a:lnTo>
                    <a:pt x="5120322" y="6350"/>
                  </a:lnTo>
                  <a:lnTo>
                    <a:pt x="5126672" y="6350"/>
                  </a:lnTo>
                  <a:lnTo>
                    <a:pt x="5126672" y="0"/>
                  </a:lnTo>
                  <a:close/>
                </a:path>
                <a:path w="5727700" h="412750">
                  <a:moveTo>
                    <a:pt x="5139372" y="44450"/>
                  </a:moveTo>
                  <a:lnTo>
                    <a:pt x="5133022" y="44450"/>
                  </a:lnTo>
                  <a:lnTo>
                    <a:pt x="5133022" y="412750"/>
                  </a:lnTo>
                  <a:lnTo>
                    <a:pt x="5139372" y="412750"/>
                  </a:lnTo>
                  <a:lnTo>
                    <a:pt x="5139372" y="44450"/>
                  </a:lnTo>
                  <a:close/>
                </a:path>
                <a:path w="5727700" h="412750">
                  <a:moveTo>
                    <a:pt x="5708015" y="12700"/>
                  </a:moveTo>
                  <a:lnTo>
                    <a:pt x="5139372" y="12700"/>
                  </a:lnTo>
                  <a:lnTo>
                    <a:pt x="5133022" y="12700"/>
                  </a:lnTo>
                  <a:lnTo>
                    <a:pt x="5133022" y="19050"/>
                  </a:lnTo>
                  <a:lnTo>
                    <a:pt x="5139372" y="19050"/>
                  </a:lnTo>
                  <a:lnTo>
                    <a:pt x="5708015" y="19050"/>
                  </a:lnTo>
                  <a:lnTo>
                    <a:pt x="5708015" y="12700"/>
                  </a:lnTo>
                  <a:close/>
                </a:path>
                <a:path w="5727700" h="412750">
                  <a:moveTo>
                    <a:pt x="5708015" y="0"/>
                  </a:moveTo>
                  <a:lnTo>
                    <a:pt x="5139372" y="0"/>
                  </a:lnTo>
                  <a:lnTo>
                    <a:pt x="5133022" y="0"/>
                  </a:lnTo>
                  <a:lnTo>
                    <a:pt x="5133022" y="6350"/>
                  </a:lnTo>
                  <a:lnTo>
                    <a:pt x="5139372" y="6350"/>
                  </a:lnTo>
                  <a:lnTo>
                    <a:pt x="5708015" y="6350"/>
                  </a:lnTo>
                  <a:lnTo>
                    <a:pt x="5708015" y="0"/>
                  </a:lnTo>
                  <a:close/>
                </a:path>
                <a:path w="5727700" h="412750">
                  <a:moveTo>
                    <a:pt x="5714428" y="12700"/>
                  </a:moveTo>
                  <a:lnTo>
                    <a:pt x="5708078" y="12700"/>
                  </a:lnTo>
                  <a:lnTo>
                    <a:pt x="5708078" y="19050"/>
                  </a:lnTo>
                  <a:lnTo>
                    <a:pt x="5708078" y="44450"/>
                  </a:lnTo>
                  <a:lnTo>
                    <a:pt x="5708078" y="412750"/>
                  </a:lnTo>
                  <a:lnTo>
                    <a:pt x="5714428" y="412750"/>
                  </a:lnTo>
                  <a:lnTo>
                    <a:pt x="5714428" y="44450"/>
                  </a:lnTo>
                  <a:lnTo>
                    <a:pt x="5714428" y="19050"/>
                  </a:lnTo>
                  <a:lnTo>
                    <a:pt x="5714428" y="12700"/>
                  </a:lnTo>
                  <a:close/>
                </a:path>
                <a:path w="5727700" h="412750">
                  <a:moveTo>
                    <a:pt x="5714428" y="0"/>
                  </a:moveTo>
                  <a:lnTo>
                    <a:pt x="5708078" y="0"/>
                  </a:lnTo>
                  <a:lnTo>
                    <a:pt x="5708078" y="6350"/>
                  </a:lnTo>
                  <a:lnTo>
                    <a:pt x="5714428" y="6350"/>
                  </a:lnTo>
                  <a:lnTo>
                    <a:pt x="5714428" y="0"/>
                  </a:lnTo>
                  <a:close/>
                </a:path>
                <a:path w="5727700" h="412750">
                  <a:moveTo>
                    <a:pt x="5727128" y="0"/>
                  </a:moveTo>
                  <a:lnTo>
                    <a:pt x="5720778" y="0"/>
                  </a:lnTo>
                  <a:lnTo>
                    <a:pt x="5720778" y="19050"/>
                  </a:lnTo>
                  <a:lnTo>
                    <a:pt x="5720778" y="44450"/>
                  </a:lnTo>
                  <a:lnTo>
                    <a:pt x="5720778" y="412750"/>
                  </a:lnTo>
                  <a:lnTo>
                    <a:pt x="5727128" y="412750"/>
                  </a:lnTo>
                  <a:lnTo>
                    <a:pt x="5727128" y="44450"/>
                  </a:lnTo>
                  <a:lnTo>
                    <a:pt x="5727128" y="19050"/>
                  </a:lnTo>
                  <a:lnTo>
                    <a:pt x="572712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1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949642" y="2826766"/>
            <a:ext cx="5685155" cy="57195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927860" algn="l"/>
                <a:tab pos="5135880" algn="l"/>
              </a:tabLst>
            </a:pP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PB5</a:t>
            </a:r>
            <a:r>
              <a:rPr sz="1100" spc="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Notification</a:t>
            </a:r>
            <a:r>
              <a:rPr sz="1100" spc="-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Send</a:t>
            </a:r>
            <a:r>
              <a:rPr sz="1100" spc="-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confirmation</a:t>
            </a:r>
            <a:r>
              <a:rPr sz="1100" spc="-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1100" spc="-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approval</a:t>
            </a:r>
            <a:r>
              <a:rPr sz="1100" spc="-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emails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Medium</a:t>
            </a:r>
            <a:endParaRPr sz="1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360"/>
              </a:spcBef>
            </a:pPr>
            <a:endParaRPr sz="1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00000"/>
              </a:lnSpc>
              <a:tabLst>
                <a:tab pos="5135880" algn="l"/>
              </a:tabLst>
            </a:pP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PB6</a:t>
            </a:r>
            <a:r>
              <a:rPr sz="1100" spc="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Audit</a:t>
            </a:r>
            <a:r>
              <a:rPr sz="1100" spc="-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sz="1100" spc="-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Tracking</a:t>
            </a:r>
            <a:r>
              <a:rPr sz="1100" spc="-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</a:t>
            </a:r>
            <a:r>
              <a:rPr sz="1100" spc="-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</a:t>
            </a:r>
            <a:r>
              <a:rPr sz="1100" spc="-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1100" spc="-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</a:t>
            </a:r>
            <a:r>
              <a:rPr sz="1100" spc="-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</a:t>
            </a:r>
            <a:r>
              <a:rPr sz="1100" spc="-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actions</a:t>
            </a:r>
            <a:r>
              <a:rPr sz="1100" spc="-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sz="1100" spc="-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governance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sz="11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</a:t>
            </a:r>
            <a:endParaRPr sz="11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930592" y="3217290"/>
            <a:ext cx="5727700" cy="629285"/>
          </a:xfrm>
          <a:custGeom>
            <a:avLst/>
            <a:gdLst/>
            <a:ahLst/>
            <a:cxnLst/>
            <a:rect l="l" t="t" r="r" b="b"/>
            <a:pathLst>
              <a:path w="5727700" h="629285">
                <a:moveTo>
                  <a:pt x="6350" y="0"/>
                </a:moveTo>
                <a:lnTo>
                  <a:pt x="0" y="0"/>
                </a:lnTo>
                <a:lnTo>
                  <a:pt x="0" y="19050"/>
                </a:lnTo>
                <a:lnTo>
                  <a:pt x="0" y="44386"/>
                </a:lnTo>
                <a:lnTo>
                  <a:pt x="0" y="628904"/>
                </a:lnTo>
                <a:lnTo>
                  <a:pt x="6350" y="628904"/>
                </a:lnTo>
                <a:lnTo>
                  <a:pt x="6350" y="44450"/>
                </a:lnTo>
                <a:lnTo>
                  <a:pt x="6350" y="19050"/>
                </a:lnTo>
                <a:lnTo>
                  <a:pt x="6350" y="0"/>
                </a:lnTo>
                <a:close/>
              </a:path>
              <a:path w="5727700" h="629285">
                <a:moveTo>
                  <a:pt x="317817" y="12700"/>
                </a:moveTo>
                <a:lnTo>
                  <a:pt x="311467" y="12700"/>
                </a:lnTo>
                <a:lnTo>
                  <a:pt x="19050" y="12700"/>
                </a:lnTo>
                <a:lnTo>
                  <a:pt x="12700" y="12700"/>
                </a:lnTo>
                <a:lnTo>
                  <a:pt x="12700" y="19050"/>
                </a:lnTo>
                <a:lnTo>
                  <a:pt x="12700" y="44386"/>
                </a:lnTo>
                <a:lnTo>
                  <a:pt x="12700" y="628904"/>
                </a:lnTo>
                <a:lnTo>
                  <a:pt x="19050" y="628904"/>
                </a:lnTo>
                <a:lnTo>
                  <a:pt x="19050" y="44450"/>
                </a:lnTo>
                <a:lnTo>
                  <a:pt x="19050" y="19050"/>
                </a:lnTo>
                <a:lnTo>
                  <a:pt x="311467" y="19050"/>
                </a:lnTo>
                <a:lnTo>
                  <a:pt x="311467" y="44386"/>
                </a:lnTo>
                <a:lnTo>
                  <a:pt x="311467" y="628904"/>
                </a:lnTo>
                <a:lnTo>
                  <a:pt x="317817" y="628904"/>
                </a:lnTo>
                <a:lnTo>
                  <a:pt x="317817" y="44450"/>
                </a:lnTo>
                <a:lnTo>
                  <a:pt x="317817" y="19050"/>
                </a:lnTo>
                <a:lnTo>
                  <a:pt x="317817" y="12700"/>
                </a:lnTo>
                <a:close/>
              </a:path>
              <a:path w="5727700" h="629285">
                <a:moveTo>
                  <a:pt x="317817" y="0"/>
                </a:moveTo>
                <a:lnTo>
                  <a:pt x="311467" y="0"/>
                </a:lnTo>
                <a:lnTo>
                  <a:pt x="19050" y="0"/>
                </a:lnTo>
                <a:lnTo>
                  <a:pt x="12700" y="0"/>
                </a:lnTo>
                <a:lnTo>
                  <a:pt x="12700" y="6350"/>
                </a:lnTo>
                <a:lnTo>
                  <a:pt x="19050" y="6350"/>
                </a:lnTo>
                <a:lnTo>
                  <a:pt x="311467" y="6350"/>
                </a:lnTo>
                <a:lnTo>
                  <a:pt x="317817" y="6350"/>
                </a:lnTo>
                <a:lnTo>
                  <a:pt x="317817" y="0"/>
                </a:lnTo>
                <a:close/>
              </a:path>
              <a:path w="5727700" h="629285">
                <a:moveTo>
                  <a:pt x="1918652" y="12700"/>
                </a:moveTo>
                <a:lnTo>
                  <a:pt x="1912302" y="12700"/>
                </a:lnTo>
                <a:lnTo>
                  <a:pt x="330517" y="12700"/>
                </a:lnTo>
                <a:lnTo>
                  <a:pt x="324167" y="12700"/>
                </a:lnTo>
                <a:lnTo>
                  <a:pt x="324167" y="19050"/>
                </a:lnTo>
                <a:lnTo>
                  <a:pt x="324167" y="44386"/>
                </a:lnTo>
                <a:lnTo>
                  <a:pt x="324167" y="628904"/>
                </a:lnTo>
                <a:lnTo>
                  <a:pt x="330517" y="628904"/>
                </a:lnTo>
                <a:lnTo>
                  <a:pt x="330517" y="44450"/>
                </a:lnTo>
                <a:lnTo>
                  <a:pt x="330517" y="19050"/>
                </a:lnTo>
                <a:lnTo>
                  <a:pt x="1912302" y="19050"/>
                </a:lnTo>
                <a:lnTo>
                  <a:pt x="1912302" y="44386"/>
                </a:lnTo>
                <a:lnTo>
                  <a:pt x="1912302" y="628904"/>
                </a:lnTo>
                <a:lnTo>
                  <a:pt x="1918652" y="628904"/>
                </a:lnTo>
                <a:lnTo>
                  <a:pt x="1918652" y="44450"/>
                </a:lnTo>
                <a:lnTo>
                  <a:pt x="1918652" y="19050"/>
                </a:lnTo>
                <a:lnTo>
                  <a:pt x="1918652" y="12700"/>
                </a:lnTo>
                <a:close/>
              </a:path>
              <a:path w="5727700" h="629285">
                <a:moveTo>
                  <a:pt x="1918652" y="0"/>
                </a:moveTo>
                <a:lnTo>
                  <a:pt x="1912302" y="0"/>
                </a:lnTo>
                <a:lnTo>
                  <a:pt x="330517" y="0"/>
                </a:lnTo>
                <a:lnTo>
                  <a:pt x="324167" y="0"/>
                </a:lnTo>
                <a:lnTo>
                  <a:pt x="324167" y="6350"/>
                </a:lnTo>
                <a:lnTo>
                  <a:pt x="330517" y="6350"/>
                </a:lnTo>
                <a:lnTo>
                  <a:pt x="1912302" y="6350"/>
                </a:lnTo>
                <a:lnTo>
                  <a:pt x="1918652" y="6350"/>
                </a:lnTo>
                <a:lnTo>
                  <a:pt x="1918652" y="0"/>
                </a:lnTo>
                <a:close/>
              </a:path>
              <a:path w="5727700" h="629285">
                <a:moveTo>
                  <a:pt x="5126672" y="12700"/>
                </a:moveTo>
                <a:lnTo>
                  <a:pt x="5120322" y="12700"/>
                </a:lnTo>
                <a:lnTo>
                  <a:pt x="1931352" y="12700"/>
                </a:lnTo>
                <a:lnTo>
                  <a:pt x="1925002" y="12700"/>
                </a:lnTo>
                <a:lnTo>
                  <a:pt x="1925002" y="19050"/>
                </a:lnTo>
                <a:lnTo>
                  <a:pt x="1925002" y="44386"/>
                </a:lnTo>
                <a:lnTo>
                  <a:pt x="1925002" y="628904"/>
                </a:lnTo>
                <a:lnTo>
                  <a:pt x="1931352" y="628904"/>
                </a:lnTo>
                <a:lnTo>
                  <a:pt x="1931352" y="44450"/>
                </a:lnTo>
                <a:lnTo>
                  <a:pt x="1931352" y="19050"/>
                </a:lnTo>
                <a:lnTo>
                  <a:pt x="5120322" y="19050"/>
                </a:lnTo>
                <a:lnTo>
                  <a:pt x="5120322" y="44386"/>
                </a:lnTo>
                <a:lnTo>
                  <a:pt x="5120322" y="628904"/>
                </a:lnTo>
                <a:lnTo>
                  <a:pt x="5126672" y="628904"/>
                </a:lnTo>
                <a:lnTo>
                  <a:pt x="5126672" y="44450"/>
                </a:lnTo>
                <a:lnTo>
                  <a:pt x="5126672" y="19050"/>
                </a:lnTo>
                <a:lnTo>
                  <a:pt x="5126672" y="12700"/>
                </a:lnTo>
                <a:close/>
              </a:path>
              <a:path w="5727700" h="629285">
                <a:moveTo>
                  <a:pt x="5126672" y="0"/>
                </a:moveTo>
                <a:lnTo>
                  <a:pt x="5120322" y="0"/>
                </a:lnTo>
                <a:lnTo>
                  <a:pt x="1931352" y="0"/>
                </a:lnTo>
                <a:lnTo>
                  <a:pt x="1925002" y="0"/>
                </a:lnTo>
                <a:lnTo>
                  <a:pt x="1925002" y="6350"/>
                </a:lnTo>
                <a:lnTo>
                  <a:pt x="1931352" y="6350"/>
                </a:lnTo>
                <a:lnTo>
                  <a:pt x="5120322" y="6350"/>
                </a:lnTo>
                <a:lnTo>
                  <a:pt x="5126672" y="6350"/>
                </a:lnTo>
                <a:lnTo>
                  <a:pt x="5126672" y="0"/>
                </a:lnTo>
                <a:close/>
              </a:path>
              <a:path w="5727700" h="629285">
                <a:moveTo>
                  <a:pt x="5708015" y="12700"/>
                </a:moveTo>
                <a:lnTo>
                  <a:pt x="5139372" y="12700"/>
                </a:lnTo>
                <a:lnTo>
                  <a:pt x="5133022" y="12700"/>
                </a:lnTo>
                <a:lnTo>
                  <a:pt x="5133022" y="19050"/>
                </a:lnTo>
                <a:lnTo>
                  <a:pt x="5133022" y="44386"/>
                </a:lnTo>
                <a:lnTo>
                  <a:pt x="5133022" y="628904"/>
                </a:lnTo>
                <a:lnTo>
                  <a:pt x="5139372" y="628904"/>
                </a:lnTo>
                <a:lnTo>
                  <a:pt x="5139372" y="44450"/>
                </a:lnTo>
                <a:lnTo>
                  <a:pt x="5139372" y="19050"/>
                </a:lnTo>
                <a:lnTo>
                  <a:pt x="5708015" y="19050"/>
                </a:lnTo>
                <a:lnTo>
                  <a:pt x="5708015" y="12700"/>
                </a:lnTo>
                <a:close/>
              </a:path>
              <a:path w="5727700" h="629285">
                <a:moveTo>
                  <a:pt x="5708015" y="0"/>
                </a:moveTo>
                <a:lnTo>
                  <a:pt x="5139372" y="0"/>
                </a:lnTo>
                <a:lnTo>
                  <a:pt x="5133022" y="0"/>
                </a:lnTo>
                <a:lnTo>
                  <a:pt x="5133022" y="6350"/>
                </a:lnTo>
                <a:lnTo>
                  <a:pt x="5139372" y="6350"/>
                </a:lnTo>
                <a:lnTo>
                  <a:pt x="5708015" y="6350"/>
                </a:lnTo>
                <a:lnTo>
                  <a:pt x="5708015" y="0"/>
                </a:lnTo>
                <a:close/>
              </a:path>
              <a:path w="5727700" h="629285">
                <a:moveTo>
                  <a:pt x="5714428" y="12700"/>
                </a:moveTo>
                <a:lnTo>
                  <a:pt x="5708078" y="12700"/>
                </a:lnTo>
                <a:lnTo>
                  <a:pt x="5708078" y="19050"/>
                </a:lnTo>
                <a:lnTo>
                  <a:pt x="5708078" y="44386"/>
                </a:lnTo>
                <a:lnTo>
                  <a:pt x="5708078" y="628904"/>
                </a:lnTo>
                <a:lnTo>
                  <a:pt x="5714428" y="628904"/>
                </a:lnTo>
                <a:lnTo>
                  <a:pt x="5714428" y="44450"/>
                </a:lnTo>
                <a:lnTo>
                  <a:pt x="5714428" y="19050"/>
                </a:lnTo>
                <a:lnTo>
                  <a:pt x="5714428" y="12700"/>
                </a:lnTo>
                <a:close/>
              </a:path>
              <a:path w="5727700" h="629285">
                <a:moveTo>
                  <a:pt x="5714428" y="0"/>
                </a:moveTo>
                <a:lnTo>
                  <a:pt x="5708078" y="0"/>
                </a:lnTo>
                <a:lnTo>
                  <a:pt x="5708078" y="6350"/>
                </a:lnTo>
                <a:lnTo>
                  <a:pt x="5714428" y="6350"/>
                </a:lnTo>
                <a:lnTo>
                  <a:pt x="5714428" y="0"/>
                </a:lnTo>
                <a:close/>
              </a:path>
              <a:path w="5727700" h="629285">
                <a:moveTo>
                  <a:pt x="5727128" y="0"/>
                </a:moveTo>
                <a:lnTo>
                  <a:pt x="5720778" y="0"/>
                </a:lnTo>
                <a:lnTo>
                  <a:pt x="5720778" y="19050"/>
                </a:lnTo>
                <a:lnTo>
                  <a:pt x="5720778" y="44386"/>
                </a:lnTo>
                <a:lnTo>
                  <a:pt x="5720778" y="628904"/>
                </a:lnTo>
                <a:lnTo>
                  <a:pt x="5727128" y="628904"/>
                </a:lnTo>
                <a:lnTo>
                  <a:pt x="5727128" y="44450"/>
                </a:lnTo>
                <a:lnTo>
                  <a:pt x="5727128" y="19050"/>
                </a:lnTo>
                <a:lnTo>
                  <a:pt x="572712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1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949642" y="3868419"/>
            <a:ext cx="1141730" cy="1821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PB7</a:t>
            </a:r>
            <a:r>
              <a:rPr sz="1100" spc="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Deployment</a:t>
            </a:r>
            <a:endParaRPr sz="11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264285" y="4068445"/>
            <a:ext cx="887730" cy="1821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Management</a:t>
            </a:r>
            <a:endParaRPr sz="11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865120" y="3868419"/>
            <a:ext cx="2952750" cy="1821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Export</a:t>
            </a:r>
            <a:r>
              <a:rPr sz="1100" spc="-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update</a:t>
            </a:r>
            <a:r>
              <a:rPr sz="1100" spc="-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sets</a:t>
            </a:r>
            <a:r>
              <a:rPr sz="1100" spc="-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1100" spc="-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migrate</a:t>
            </a:r>
            <a:r>
              <a:rPr sz="1100" spc="-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configuration</a:t>
            </a:r>
            <a:endParaRPr sz="11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073140" y="3868419"/>
            <a:ext cx="561975" cy="1821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Medium</a:t>
            </a:r>
            <a:endParaRPr sz="11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7" name="object 27"/>
          <p:cNvGraphicFramePr>
            <a:graphicFrameLocks noGrp="1"/>
          </p:cNvGraphicFramePr>
          <p:nvPr/>
        </p:nvGraphicFramePr>
        <p:xfrm>
          <a:off x="940117" y="8187690"/>
          <a:ext cx="4604385" cy="12382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5245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68580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3366135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</a:tblGrid>
              <a:tr h="4127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28" name="object 28"/>
          <p:cNvGrpSpPr/>
          <p:nvPr/>
        </p:nvGrpSpPr>
        <p:grpSpPr>
          <a:xfrm>
            <a:off x="304800" y="311150"/>
            <a:ext cx="6956425" cy="10074275"/>
            <a:chOff x="304800" y="311150"/>
            <a:chExt cx="6956425" cy="10074275"/>
          </a:xfrm>
        </p:grpSpPr>
        <p:sp>
          <p:nvSpPr>
            <p:cNvPr id="29" name="object 29"/>
            <p:cNvSpPr/>
            <p:nvPr/>
          </p:nvSpPr>
          <p:spPr>
            <a:xfrm>
              <a:off x="930592" y="3846194"/>
              <a:ext cx="5727700" cy="647700"/>
            </a:xfrm>
            <a:custGeom>
              <a:avLst/>
              <a:gdLst/>
              <a:ahLst/>
              <a:cxnLst/>
              <a:rect l="l" t="t" r="r" b="b"/>
              <a:pathLst>
                <a:path w="5727700" h="647700">
                  <a:moveTo>
                    <a:pt x="317817" y="12700"/>
                  </a:moveTo>
                  <a:lnTo>
                    <a:pt x="311467" y="12700"/>
                  </a:lnTo>
                  <a:lnTo>
                    <a:pt x="311467" y="19050"/>
                  </a:lnTo>
                  <a:lnTo>
                    <a:pt x="311467" y="44450"/>
                  </a:lnTo>
                  <a:lnTo>
                    <a:pt x="311467" y="628650"/>
                  </a:lnTo>
                  <a:lnTo>
                    <a:pt x="19050" y="628650"/>
                  </a:lnTo>
                  <a:lnTo>
                    <a:pt x="19050" y="44450"/>
                  </a:lnTo>
                  <a:lnTo>
                    <a:pt x="19050" y="19050"/>
                  </a:lnTo>
                  <a:lnTo>
                    <a:pt x="311467" y="19050"/>
                  </a:lnTo>
                  <a:lnTo>
                    <a:pt x="311467" y="12700"/>
                  </a:lnTo>
                  <a:lnTo>
                    <a:pt x="19050" y="12700"/>
                  </a:lnTo>
                  <a:lnTo>
                    <a:pt x="12700" y="12700"/>
                  </a:lnTo>
                  <a:lnTo>
                    <a:pt x="12700" y="19050"/>
                  </a:lnTo>
                  <a:lnTo>
                    <a:pt x="12700" y="44450"/>
                  </a:lnTo>
                  <a:lnTo>
                    <a:pt x="12700" y="628650"/>
                  </a:lnTo>
                  <a:lnTo>
                    <a:pt x="12700" y="635000"/>
                  </a:lnTo>
                  <a:lnTo>
                    <a:pt x="19050" y="635000"/>
                  </a:lnTo>
                  <a:lnTo>
                    <a:pt x="311467" y="635000"/>
                  </a:lnTo>
                  <a:lnTo>
                    <a:pt x="317817" y="635000"/>
                  </a:lnTo>
                  <a:lnTo>
                    <a:pt x="317817" y="628650"/>
                  </a:lnTo>
                  <a:lnTo>
                    <a:pt x="317817" y="44450"/>
                  </a:lnTo>
                  <a:lnTo>
                    <a:pt x="317817" y="19050"/>
                  </a:lnTo>
                  <a:lnTo>
                    <a:pt x="317817" y="12700"/>
                  </a:lnTo>
                  <a:close/>
                </a:path>
                <a:path w="5727700" h="647700">
                  <a:moveTo>
                    <a:pt x="317817" y="0"/>
                  </a:moveTo>
                  <a:lnTo>
                    <a:pt x="311467" y="0"/>
                  </a:lnTo>
                  <a:lnTo>
                    <a:pt x="19050" y="0"/>
                  </a:lnTo>
                  <a:lnTo>
                    <a:pt x="12700" y="0"/>
                  </a:lnTo>
                  <a:lnTo>
                    <a:pt x="12700" y="6350"/>
                  </a:lnTo>
                  <a:lnTo>
                    <a:pt x="19050" y="6350"/>
                  </a:lnTo>
                  <a:lnTo>
                    <a:pt x="311467" y="6350"/>
                  </a:lnTo>
                  <a:lnTo>
                    <a:pt x="317817" y="6350"/>
                  </a:lnTo>
                  <a:lnTo>
                    <a:pt x="317817" y="0"/>
                  </a:lnTo>
                  <a:close/>
                </a:path>
                <a:path w="5727700" h="647700">
                  <a:moveTo>
                    <a:pt x="1918652" y="12700"/>
                  </a:moveTo>
                  <a:lnTo>
                    <a:pt x="1912302" y="12700"/>
                  </a:lnTo>
                  <a:lnTo>
                    <a:pt x="1912302" y="19050"/>
                  </a:lnTo>
                  <a:lnTo>
                    <a:pt x="1912302" y="44450"/>
                  </a:lnTo>
                  <a:lnTo>
                    <a:pt x="1912302" y="628650"/>
                  </a:lnTo>
                  <a:lnTo>
                    <a:pt x="330517" y="628650"/>
                  </a:lnTo>
                  <a:lnTo>
                    <a:pt x="330517" y="44450"/>
                  </a:lnTo>
                  <a:lnTo>
                    <a:pt x="330517" y="19050"/>
                  </a:lnTo>
                  <a:lnTo>
                    <a:pt x="1912302" y="19050"/>
                  </a:lnTo>
                  <a:lnTo>
                    <a:pt x="1912302" y="12700"/>
                  </a:lnTo>
                  <a:lnTo>
                    <a:pt x="330517" y="12700"/>
                  </a:lnTo>
                  <a:lnTo>
                    <a:pt x="324167" y="12700"/>
                  </a:lnTo>
                  <a:lnTo>
                    <a:pt x="324167" y="19050"/>
                  </a:lnTo>
                  <a:lnTo>
                    <a:pt x="324167" y="44450"/>
                  </a:lnTo>
                  <a:lnTo>
                    <a:pt x="324167" y="628650"/>
                  </a:lnTo>
                  <a:lnTo>
                    <a:pt x="324167" y="635000"/>
                  </a:lnTo>
                  <a:lnTo>
                    <a:pt x="330517" y="635000"/>
                  </a:lnTo>
                  <a:lnTo>
                    <a:pt x="1912302" y="635000"/>
                  </a:lnTo>
                  <a:lnTo>
                    <a:pt x="1918652" y="635000"/>
                  </a:lnTo>
                  <a:lnTo>
                    <a:pt x="1918652" y="628650"/>
                  </a:lnTo>
                  <a:lnTo>
                    <a:pt x="1918652" y="44450"/>
                  </a:lnTo>
                  <a:lnTo>
                    <a:pt x="1918652" y="19050"/>
                  </a:lnTo>
                  <a:lnTo>
                    <a:pt x="1918652" y="12700"/>
                  </a:lnTo>
                  <a:close/>
                </a:path>
                <a:path w="5727700" h="647700">
                  <a:moveTo>
                    <a:pt x="1918652" y="0"/>
                  </a:moveTo>
                  <a:lnTo>
                    <a:pt x="1912302" y="0"/>
                  </a:lnTo>
                  <a:lnTo>
                    <a:pt x="330517" y="0"/>
                  </a:lnTo>
                  <a:lnTo>
                    <a:pt x="324167" y="0"/>
                  </a:lnTo>
                  <a:lnTo>
                    <a:pt x="324167" y="6350"/>
                  </a:lnTo>
                  <a:lnTo>
                    <a:pt x="330517" y="6350"/>
                  </a:lnTo>
                  <a:lnTo>
                    <a:pt x="1912302" y="6350"/>
                  </a:lnTo>
                  <a:lnTo>
                    <a:pt x="1918652" y="6350"/>
                  </a:lnTo>
                  <a:lnTo>
                    <a:pt x="1918652" y="0"/>
                  </a:lnTo>
                  <a:close/>
                </a:path>
                <a:path w="5727700" h="647700">
                  <a:moveTo>
                    <a:pt x="5126672" y="12700"/>
                  </a:moveTo>
                  <a:lnTo>
                    <a:pt x="5120322" y="12700"/>
                  </a:lnTo>
                  <a:lnTo>
                    <a:pt x="5120322" y="19050"/>
                  </a:lnTo>
                  <a:lnTo>
                    <a:pt x="5120322" y="44450"/>
                  </a:lnTo>
                  <a:lnTo>
                    <a:pt x="5120322" y="628650"/>
                  </a:lnTo>
                  <a:lnTo>
                    <a:pt x="1931352" y="628650"/>
                  </a:lnTo>
                  <a:lnTo>
                    <a:pt x="1931352" y="44450"/>
                  </a:lnTo>
                  <a:lnTo>
                    <a:pt x="1931352" y="19050"/>
                  </a:lnTo>
                  <a:lnTo>
                    <a:pt x="5120322" y="19050"/>
                  </a:lnTo>
                  <a:lnTo>
                    <a:pt x="5120322" y="12700"/>
                  </a:lnTo>
                  <a:lnTo>
                    <a:pt x="1931352" y="12700"/>
                  </a:lnTo>
                  <a:lnTo>
                    <a:pt x="1925002" y="12700"/>
                  </a:lnTo>
                  <a:lnTo>
                    <a:pt x="1925002" y="19050"/>
                  </a:lnTo>
                  <a:lnTo>
                    <a:pt x="1925002" y="44450"/>
                  </a:lnTo>
                  <a:lnTo>
                    <a:pt x="1925002" y="628650"/>
                  </a:lnTo>
                  <a:lnTo>
                    <a:pt x="1925002" y="635000"/>
                  </a:lnTo>
                  <a:lnTo>
                    <a:pt x="1931352" y="635000"/>
                  </a:lnTo>
                  <a:lnTo>
                    <a:pt x="5120322" y="635000"/>
                  </a:lnTo>
                  <a:lnTo>
                    <a:pt x="5126672" y="635000"/>
                  </a:lnTo>
                  <a:lnTo>
                    <a:pt x="5126672" y="628650"/>
                  </a:lnTo>
                  <a:lnTo>
                    <a:pt x="5126672" y="44450"/>
                  </a:lnTo>
                  <a:lnTo>
                    <a:pt x="5126672" y="19050"/>
                  </a:lnTo>
                  <a:lnTo>
                    <a:pt x="5126672" y="12700"/>
                  </a:lnTo>
                  <a:close/>
                </a:path>
                <a:path w="5727700" h="647700">
                  <a:moveTo>
                    <a:pt x="5126672" y="0"/>
                  </a:moveTo>
                  <a:lnTo>
                    <a:pt x="5120322" y="0"/>
                  </a:lnTo>
                  <a:lnTo>
                    <a:pt x="1931352" y="0"/>
                  </a:lnTo>
                  <a:lnTo>
                    <a:pt x="1925002" y="0"/>
                  </a:lnTo>
                  <a:lnTo>
                    <a:pt x="1925002" y="6350"/>
                  </a:lnTo>
                  <a:lnTo>
                    <a:pt x="1931352" y="6350"/>
                  </a:lnTo>
                  <a:lnTo>
                    <a:pt x="5120322" y="6350"/>
                  </a:lnTo>
                  <a:lnTo>
                    <a:pt x="5126672" y="6350"/>
                  </a:lnTo>
                  <a:lnTo>
                    <a:pt x="5126672" y="0"/>
                  </a:lnTo>
                  <a:close/>
                </a:path>
                <a:path w="5727700" h="647700">
                  <a:moveTo>
                    <a:pt x="5708015" y="641350"/>
                  </a:moveTo>
                  <a:lnTo>
                    <a:pt x="5708015" y="641350"/>
                  </a:lnTo>
                  <a:lnTo>
                    <a:pt x="6350" y="641350"/>
                  </a:lnTo>
                  <a:lnTo>
                    <a:pt x="6350" y="628650"/>
                  </a:lnTo>
                  <a:lnTo>
                    <a:pt x="6350" y="44450"/>
                  </a:lnTo>
                  <a:lnTo>
                    <a:pt x="6350" y="19050"/>
                  </a:lnTo>
                  <a:lnTo>
                    <a:pt x="6350" y="0"/>
                  </a:lnTo>
                  <a:lnTo>
                    <a:pt x="0" y="0"/>
                  </a:lnTo>
                  <a:lnTo>
                    <a:pt x="0" y="647700"/>
                  </a:lnTo>
                  <a:lnTo>
                    <a:pt x="6350" y="647700"/>
                  </a:lnTo>
                  <a:lnTo>
                    <a:pt x="5708015" y="647700"/>
                  </a:lnTo>
                  <a:lnTo>
                    <a:pt x="5708015" y="641350"/>
                  </a:lnTo>
                  <a:close/>
                </a:path>
                <a:path w="5727700" h="647700">
                  <a:moveTo>
                    <a:pt x="5708015" y="12700"/>
                  </a:moveTo>
                  <a:lnTo>
                    <a:pt x="5139372" y="12700"/>
                  </a:lnTo>
                  <a:lnTo>
                    <a:pt x="5133022" y="12700"/>
                  </a:lnTo>
                  <a:lnTo>
                    <a:pt x="5133022" y="19050"/>
                  </a:lnTo>
                  <a:lnTo>
                    <a:pt x="5133022" y="44450"/>
                  </a:lnTo>
                  <a:lnTo>
                    <a:pt x="5133022" y="628650"/>
                  </a:lnTo>
                  <a:lnTo>
                    <a:pt x="5133022" y="635000"/>
                  </a:lnTo>
                  <a:lnTo>
                    <a:pt x="5139372" y="635000"/>
                  </a:lnTo>
                  <a:lnTo>
                    <a:pt x="5708015" y="635000"/>
                  </a:lnTo>
                  <a:lnTo>
                    <a:pt x="5708015" y="628650"/>
                  </a:lnTo>
                  <a:lnTo>
                    <a:pt x="5139372" y="628650"/>
                  </a:lnTo>
                  <a:lnTo>
                    <a:pt x="5139372" y="44450"/>
                  </a:lnTo>
                  <a:lnTo>
                    <a:pt x="5139372" y="19050"/>
                  </a:lnTo>
                  <a:lnTo>
                    <a:pt x="5708015" y="19050"/>
                  </a:lnTo>
                  <a:lnTo>
                    <a:pt x="5708015" y="12700"/>
                  </a:lnTo>
                  <a:close/>
                </a:path>
                <a:path w="5727700" h="647700">
                  <a:moveTo>
                    <a:pt x="5708015" y="0"/>
                  </a:moveTo>
                  <a:lnTo>
                    <a:pt x="5139372" y="0"/>
                  </a:lnTo>
                  <a:lnTo>
                    <a:pt x="5133022" y="0"/>
                  </a:lnTo>
                  <a:lnTo>
                    <a:pt x="5133022" y="6350"/>
                  </a:lnTo>
                  <a:lnTo>
                    <a:pt x="5139372" y="6350"/>
                  </a:lnTo>
                  <a:lnTo>
                    <a:pt x="5708015" y="6350"/>
                  </a:lnTo>
                  <a:lnTo>
                    <a:pt x="5708015" y="0"/>
                  </a:lnTo>
                  <a:close/>
                </a:path>
                <a:path w="5727700" h="647700">
                  <a:moveTo>
                    <a:pt x="5714428" y="12700"/>
                  </a:moveTo>
                  <a:lnTo>
                    <a:pt x="5708078" y="12700"/>
                  </a:lnTo>
                  <a:lnTo>
                    <a:pt x="5708078" y="19050"/>
                  </a:lnTo>
                  <a:lnTo>
                    <a:pt x="5708078" y="44450"/>
                  </a:lnTo>
                  <a:lnTo>
                    <a:pt x="5708078" y="628650"/>
                  </a:lnTo>
                  <a:lnTo>
                    <a:pt x="5708078" y="635000"/>
                  </a:lnTo>
                  <a:lnTo>
                    <a:pt x="5714428" y="635000"/>
                  </a:lnTo>
                  <a:lnTo>
                    <a:pt x="5714428" y="628650"/>
                  </a:lnTo>
                  <a:lnTo>
                    <a:pt x="5714428" y="44450"/>
                  </a:lnTo>
                  <a:lnTo>
                    <a:pt x="5714428" y="19050"/>
                  </a:lnTo>
                  <a:lnTo>
                    <a:pt x="5714428" y="12700"/>
                  </a:lnTo>
                  <a:close/>
                </a:path>
                <a:path w="5727700" h="647700">
                  <a:moveTo>
                    <a:pt x="5714428" y="0"/>
                  </a:moveTo>
                  <a:lnTo>
                    <a:pt x="5708078" y="0"/>
                  </a:lnTo>
                  <a:lnTo>
                    <a:pt x="5708078" y="6350"/>
                  </a:lnTo>
                  <a:lnTo>
                    <a:pt x="5714428" y="6350"/>
                  </a:lnTo>
                  <a:lnTo>
                    <a:pt x="5714428" y="0"/>
                  </a:lnTo>
                  <a:close/>
                </a:path>
                <a:path w="5727700" h="647700">
                  <a:moveTo>
                    <a:pt x="5727128" y="0"/>
                  </a:moveTo>
                  <a:lnTo>
                    <a:pt x="5720778" y="0"/>
                  </a:lnTo>
                  <a:lnTo>
                    <a:pt x="5720778" y="19050"/>
                  </a:lnTo>
                  <a:lnTo>
                    <a:pt x="5720778" y="44450"/>
                  </a:lnTo>
                  <a:lnTo>
                    <a:pt x="5720778" y="628650"/>
                  </a:lnTo>
                  <a:lnTo>
                    <a:pt x="5720778" y="641350"/>
                  </a:lnTo>
                  <a:lnTo>
                    <a:pt x="5708078" y="641350"/>
                  </a:lnTo>
                  <a:lnTo>
                    <a:pt x="5708078" y="647700"/>
                  </a:lnTo>
                  <a:lnTo>
                    <a:pt x="5720778" y="647700"/>
                  </a:lnTo>
                  <a:lnTo>
                    <a:pt x="5727128" y="647700"/>
                  </a:lnTo>
                  <a:lnTo>
                    <a:pt x="5727128" y="641350"/>
                  </a:lnTo>
                  <a:lnTo>
                    <a:pt x="5727128" y="628650"/>
                  </a:lnTo>
                  <a:lnTo>
                    <a:pt x="5727128" y="44450"/>
                  </a:lnTo>
                  <a:lnTo>
                    <a:pt x="5727128" y="19050"/>
                  </a:lnTo>
                  <a:lnTo>
                    <a:pt x="572712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1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0" name="object 30"/>
            <p:cNvSpPr/>
            <p:nvPr/>
          </p:nvSpPr>
          <p:spPr>
            <a:xfrm>
              <a:off x="304800" y="311149"/>
              <a:ext cx="6956425" cy="10074275"/>
            </a:xfrm>
            <a:custGeom>
              <a:avLst/>
              <a:gdLst/>
              <a:ahLst/>
              <a:cxnLst/>
              <a:rect l="l" t="t" r="r" b="b"/>
              <a:pathLst>
                <a:path w="6956425" h="10074275">
                  <a:moveTo>
                    <a:pt x="9144" y="0"/>
                  </a:moveTo>
                  <a:lnTo>
                    <a:pt x="0" y="0"/>
                  </a:lnTo>
                  <a:lnTo>
                    <a:pt x="0" y="10074275"/>
                  </a:lnTo>
                  <a:lnTo>
                    <a:pt x="9144" y="10074275"/>
                  </a:lnTo>
                  <a:lnTo>
                    <a:pt x="9144" y="0"/>
                  </a:lnTo>
                  <a:close/>
                </a:path>
                <a:path w="6956425" h="10074275">
                  <a:moveTo>
                    <a:pt x="6340221" y="4163695"/>
                  </a:moveTo>
                  <a:lnTo>
                    <a:pt x="6333871" y="4163695"/>
                  </a:lnTo>
                  <a:lnTo>
                    <a:pt x="6333871" y="4170045"/>
                  </a:lnTo>
                  <a:lnTo>
                    <a:pt x="6340221" y="4170045"/>
                  </a:lnTo>
                  <a:lnTo>
                    <a:pt x="6340221" y="4163695"/>
                  </a:lnTo>
                  <a:close/>
                </a:path>
                <a:path w="6956425" h="10074275">
                  <a:moveTo>
                    <a:pt x="6956044" y="0"/>
                  </a:moveTo>
                  <a:lnTo>
                    <a:pt x="6946900" y="0"/>
                  </a:lnTo>
                  <a:lnTo>
                    <a:pt x="6946900" y="10074275"/>
                  </a:lnTo>
                  <a:lnTo>
                    <a:pt x="6956044" y="10074275"/>
                  </a:lnTo>
                  <a:lnTo>
                    <a:pt x="695604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1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31" name="object 31"/>
          <p:cNvSpPr txBox="1">
            <a:spLocks noGrp="1"/>
          </p:cNvSpPr>
          <p:nvPr>
            <p:ph type="sldNum" sz="quarter" idx="7"/>
          </p:nvPr>
        </p:nvSpPr>
        <p:spPr>
          <a:xfrm>
            <a:off x="3684651" y="9991183"/>
            <a:ext cx="228600" cy="172483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11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936942" y="921130"/>
          <a:ext cx="4604385" cy="12319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5245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68580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3366135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</a:tblGrid>
              <a:tr h="4064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200" spc="-20" dirty="0">
                          <a:latin typeface="Tahoma"/>
                          <a:cs typeface="Tahoma"/>
                        </a:rPr>
                        <a:t>Sprint</a:t>
                      </a:r>
                      <a:r>
                        <a:rPr sz="1200" spc="-8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200" spc="-50" dirty="0">
                          <a:latin typeface="Tahoma"/>
                          <a:cs typeface="Tahoma"/>
                        </a:rPr>
                        <a:t>3</a:t>
                      </a:r>
                      <a:endParaRPr sz="1200">
                        <a:latin typeface="Tahoma"/>
                        <a:cs typeface="Tahoma"/>
                      </a:endParaRPr>
                    </a:p>
                  </a:txBody>
                  <a:tcPr marL="0" marR="0" marT="254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200" spc="-30" dirty="0">
                          <a:latin typeface="Tahoma"/>
                          <a:cs typeface="Tahoma"/>
                        </a:rPr>
                        <a:t>Week</a:t>
                      </a:r>
                      <a:r>
                        <a:rPr sz="1200" spc="-12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200" spc="-25" dirty="0">
                          <a:latin typeface="Tahoma"/>
                          <a:cs typeface="Tahoma"/>
                        </a:rPr>
                        <a:t>5–6</a:t>
                      </a:r>
                      <a:endParaRPr sz="1200">
                        <a:latin typeface="Tahoma"/>
                        <a:cs typeface="Tahoma"/>
                      </a:endParaRPr>
                    </a:p>
                  </a:txBody>
                  <a:tcPr marL="0" marR="0" marT="254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857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200" spc="-25" dirty="0">
                          <a:latin typeface="Tahoma"/>
                          <a:cs typeface="Tahoma"/>
                        </a:rPr>
                        <a:t>Implement</a:t>
                      </a:r>
                      <a:r>
                        <a:rPr sz="1200" spc="-8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200" spc="-20" dirty="0">
                          <a:latin typeface="Tahoma"/>
                          <a:cs typeface="Tahoma"/>
                        </a:rPr>
                        <a:t>workflows</a:t>
                      </a:r>
                      <a:r>
                        <a:rPr sz="1200" spc="-10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200" dirty="0">
                          <a:latin typeface="Tahoma"/>
                          <a:cs typeface="Tahoma"/>
                        </a:rPr>
                        <a:t>and</a:t>
                      </a:r>
                      <a:r>
                        <a:rPr sz="1200" spc="-8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200" spc="-10" dirty="0">
                          <a:latin typeface="Tahoma"/>
                          <a:cs typeface="Tahoma"/>
                        </a:rPr>
                        <a:t>notifications</a:t>
                      </a:r>
                      <a:endParaRPr sz="1200">
                        <a:latin typeface="Tahoma"/>
                        <a:cs typeface="Tahoma"/>
                      </a:endParaRPr>
                    </a:p>
                  </a:txBody>
                  <a:tcPr marL="0" marR="0" marT="254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marR="78740"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200" b="1" spc="-10" dirty="0">
                          <a:latin typeface="Trebuchet MS"/>
                          <a:cs typeface="Trebuchet MS"/>
                        </a:rPr>
                        <a:t>Sprint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254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9050"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200" b="1" spc="-10" dirty="0">
                          <a:latin typeface="Trebuchet MS"/>
                          <a:cs typeface="Trebuchet MS"/>
                        </a:rPr>
                        <a:t>Duration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254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857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200" b="1" spc="-30" dirty="0">
                          <a:latin typeface="Trebuchet MS"/>
                          <a:cs typeface="Trebuchet MS"/>
                        </a:rPr>
                        <a:t>Major</a:t>
                      </a:r>
                      <a:r>
                        <a:rPr sz="1200" b="1" spc="-6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200" b="1" spc="-10" dirty="0">
                          <a:latin typeface="Trebuchet MS"/>
                          <a:cs typeface="Trebuchet MS"/>
                        </a:rPr>
                        <a:t>Goals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254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200" spc="-20" dirty="0">
                          <a:latin typeface="Tahoma"/>
                          <a:cs typeface="Tahoma"/>
                        </a:rPr>
                        <a:t>Sprint</a:t>
                      </a:r>
                      <a:r>
                        <a:rPr sz="1200" spc="-8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200" spc="-50" dirty="0">
                          <a:latin typeface="Tahoma"/>
                          <a:cs typeface="Tahoma"/>
                        </a:rPr>
                        <a:t>4</a:t>
                      </a:r>
                      <a:endParaRPr sz="1200">
                        <a:latin typeface="Tahoma"/>
                        <a:cs typeface="Tahoma"/>
                      </a:endParaRPr>
                    </a:p>
                  </a:txBody>
                  <a:tcPr marL="0" marR="0" marT="254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200" spc="-30" dirty="0">
                          <a:latin typeface="Tahoma"/>
                          <a:cs typeface="Tahoma"/>
                        </a:rPr>
                        <a:t>Week</a:t>
                      </a:r>
                      <a:r>
                        <a:rPr sz="1200" spc="-12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200" spc="-25" dirty="0">
                          <a:latin typeface="Tahoma"/>
                          <a:cs typeface="Tahoma"/>
                        </a:rPr>
                        <a:t>7–8</a:t>
                      </a:r>
                      <a:endParaRPr sz="1200">
                        <a:latin typeface="Tahoma"/>
                        <a:cs typeface="Tahoma"/>
                      </a:endParaRPr>
                    </a:p>
                  </a:txBody>
                  <a:tcPr marL="0" marR="0" marT="254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857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200" dirty="0">
                          <a:latin typeface="Tahoma"/>
                          <a:cs typeface="Tahoma"/>
                        </a:rPr>
                        <a:t>Conduct</a:t>
                      </a:r>
                      <a:r>
                        <a:rPr sz="1200" spc="-7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200" spc="-25" dirty="0">
                          <a:latin typeface="Tahoma"/>
                          <a:cs typeface="Tahoma"/>
                        </a:rPr>
                        <a:t>testing,</a:t>
                      </a:r>
                      <a:r>
                        <a:rPr sz="1200" spc="-8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200" spc="-40" dirty="0">
                          <a:latin typeface="Tahoma"/>
                          <a:cs typeface="Tahoma"/>
                        </a:rPr>
                        <a:t>fix</a:t>
                      </a:r>
                      <a:r>
                        <a:rPr sz="1200" spc="-9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200" spc="-30" dirty="0">
                          <a:latin typeface="Tahoma"/>
                          <a:cs typeface="Tahoma"/>
                        </a:rPr>
                        <a:t>bugs,</a:t>
                      </a:r>
                      <a:r>
                        <a:rPr sz="1200" spc="-8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200" dirty="0">
                          <a:latin typeface="Tahoma"/>
                          <a:cs typeface="Tahoma"/>
                        </a:rPr>
                        <a:t>and</a:t>
                      </a:r>
                      <a:r>
                        <a:rPr sz="1200" spc="-8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200" spc="-25" dirty="0">
                          <a:latin typeface="Tahoma"/>
                          <a:cs typeface="Tahoma"/>
                        </a:rPr>
                        <a:t>prepare</a:t>
                      </a:r>
                      <a:r>
                        <a:rPr sz="1200" spc="-9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200" spc="-10" dirty="0">
                          <a:latin typeface="Tahoma"/>
                          <a:cs typeface="Tahoma"/>
                        </a:rPr>
                        <a:t>deployment</a:t>
                      </a:r>
                      <a:endParaRPr sz="1200">
                        <a:latin typeface="Tahoma"/>
                        <a:cs typeface="Tahoma"/>
                      </a:endParaRPr>
                    </a:p>
                  </a:txBody>
                  <a:tcPr marL="0" marR="0" marT="254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" name="object 3"/>
          <p:cNvSpPr/>
          <p:nvPr/>
        </p:nvSpPr>
        <p:spPr>
          <a:xfrm>
            <a:off x="304800" y="304799"/>
            <a:ext cx="6956425" cy="10090150"/>
          </a:xfrm>
          <a:custGeom>
            <a:avLst/>
            <a:gdLst/>
            <a:ahLst/>
            <a:cxnLst/>
            <a:rect l="l" t="t" r="r" b="b"/>
            <a:pathLst>
              <a:path w="6956425" h="10090150">
                <a:moveTo>
                  <a:pt x="6956044" y="0"/>
                </a:moveTo>
                <a:lnTo>
                  <a:pt x="6946900" y="0"/>
                </a:lnTo>
                <a:lnTo>
                  <a:pt x="6946900" y="9144"/>
                </a:lnTo>
                <a:lnTo>
                  <a:pt x="6946900" y="10080625"/>
                </a:lnTo>
                <a:lnTo>
                  <a:pt x="9144" y="10080625"/>
                </a:lnTo>
                <a:lnTo>
                  <a:pt x="9144" y="9144"/>
                </a:lnTo>
                <a:lnTo>
                  <a:pt x="6946900" y="9144"/>
                </a:lnTo>
                <a:lnTo>
                  <a:pt x="6946900" y="0"/>
                </a:lnTo>
                <a:lnTo>
                  <a:pt x="9144" y="0"/>
                </a:lnTo>
                <a:lnTo>
                  <a:pt x="6350" y="0"/>
                </a:lnTo>
                <a:lnTo>
                  <a:pt x="0" y="0"/>
                </a:lnTo>
                <a:lnTo>
                  <a:pt x="0" y="6350"/>
                </a:lnTo>
                <a:lnTo>
                  <a:pt x="0" y="9144"/>
                </a:lnTo>
                <a:lnTo>
                  <a:pt x="0" y="10080625"/>
                </a:lnTo>
                <a:lnTo>
                  <a:pt x="0" y="10089769"/>
                </a:lnTo>
                <a:lnTo>
                  <a:pt x="6350" y="10089769"/>
                </a:lnTo>
                <a:lnTo>
                  <a:pt x="9144" y="10089769"/>
                </a:lnTo>
                <a:lnTo>
                  <a:pt x="6946900" y="10089769"/>
                </a:lnTo>
                <a:lnTo>
                  <a:pt x="6956044" y="10089769"/>
                </a:lnTo>
                <a:lnTo>
                  <a:pt x="6956044" y="10080625"/>
                </a:lnTo>
                <a:lnTo>
                  <a:pt x="6956044" y="9144"/>
                </a:lnTo>
                <a:lnTo>
                  <a:pt x="6956044" y="6350"/>
                </a:lnTo>
                <a:lnTo>
                  <a:pt x="695604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1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2017" y="3366516"/>
            <a:ext cx="1030605" cy="1821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</a:t>
            </a:r>
            <a:r>
              <a:rPr sz="1100" b="1" spc="-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</a:t>
            </a:r>
            <a:r>
              <a:rPr sz="1100" b="1" spc="-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Stories</a:t>
            </a:r>
            <a:endParaRPr sz="11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xfrm>
            <a:off x="3684651" y="9991183"/>
            <a:ext cx="228600" cy="172483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11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27</a:t>
            </a: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936942" y="3601465"/>
          <a:ext cx="5703570" cy="29241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150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765175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2229485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2137410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</a:tblGrid>
              <a:tr h="628650">
                <a:tc>
                  <a:txBody>
                    <a:bodyPr/>
                    <a:lstStyle/>
                    <a:p>
                      <a:pPr marL="22225" marR="174625">
                        <a:lnSpc>
                          <a:spcPct val="109400"/>
                        </a:lnSpc>
                        <a:spcBef>
                          <a:spcPts val="65"/>
                        </a:spcBef>
                      </a:pPr>
                      <a:r>
                        <a:rPr sz="1200" b="1" spc="-20" dirty="0">
                          <a:latin typeface="Trebuchet MS"/>
                          <a:cs typeface="Trebuchet MS"/>
                        </a:rPr>
                        <a:t>Story </a:t>
                      </a:r>
                      <a:r>
                        <a:rPr sz="1200" b="1" spc="-25" dirty="0">
                          <a:latin typeface="Trebuchet MS"/>
                          <a:cs typeface="Trebuchet MS"/>
                        </a:rPr>
                        <a:t>ID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82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857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200" b="1" dirty="0">
                          <a:latin typeface="Trebuchet MS"/>
                          <a:cs typeface="Trebuchet MS"/>
                        </a:rPr>
                        <a:t>As</a:t>
                      </a:r>
                      <a:r>
                        <a:rPr sz="1200" b="1" spc="-3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200" b="1" spc="-20" dirty="0">
                          <a:latin typeface="Trebuchet MS"/>
                          <a:cs typeface="Trebuchet MS"/>
                        </a:rPr>
                        <a:t>a...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254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857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200" b="1" dirty="0">
                          <a:latin typeface="Trebuchet MS"/>
                          <a:cs typeface="Trebuchet MS"/>
                        </a:rPr>
                        <a:t>I</a:t>
                      </a:r>
                      <a:r>
                        <a:rPr sz="1200" b="1" spc="-10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200" b="1" spc="-35" dirty="0">
                          <a:latin typeface="Trebuchet MS"/>
                          <a:cs typeface="Trebuchet MS"/>
                        </a:rPr>
                        <a:t>want</a:t>
                      </a:r>
                      <a:r>
                        <a:rPr sz="1200" b="1" spc="-9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200" b="1" spc="-10" dirty="0">
                          <a:latin typeface="Trebuchet MS"/>
                          <a:cs typeface="Trebuchet MS"/>
                        </a:rPr>
                        <a:t>to...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254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200" b="1" spc="55" dirty="0">
                          <a:latin typeface="Trebuchet MS"/>
                          <a:cs typeface="Trebuchet MS"/>
                        </a:rPr>
                        <a:t>So</a:t>
                      </a:r>
                      <a:r>
                        <a:rPr sz="1200" b="1" spc="-10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200" b="1" spc="-40" dirty="0">
                          <a:latin typeface="Trebuchet MS"/>
                          <a:cs typeface="Trebuchet MS"/>
                        </a:rPr>
                        <a:t>that</a:t>
                      </a:r>
                      <a:r>
                        <a:rPr sz="1200" b="1" spc="-9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200" b="1" dirty="0">
                          <a:latin typeface="Trebuchet MS"/>
                          <a:cs typeface="Trebuchet MS"/>
                        </a:rPr>
                        <a:t>I</a:t>
                      </a:r>
                      <a:r>
                        <a:rPr sz="1200" b="1" spc="-10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200" b="1" spc="-10" dirty="0">
                          <a:latin typeface="Trebuchet MS"/>
                          <a:cs typeface="Trebuchet MS"/>
                        </a:rPr>
                        <a:t>can...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254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marL="2222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200" spc="-25" dirty="0">
                          <a:latin typeface="Tahoma"/>
                          <a:cs typeface="Tahoma"/>
                        </a:rPr>
                        <a:t>US1</a:t>
                      </a:r>
                      <a:endParaRPr sz="1200">
                        <a:latin typeface="Tahoma"/>
                        <a:cs typeface="Tahoma"/>
                      </a:endParaRPr>
                    </a:p>
                  </a:txBody>
                  <a:tcPr marL="0" marR="0" marT="254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857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200" spc="-10" dirty="0">
                          <a:latin typeface="Tahoma"/>
                          <a:cs typeface="Tahoma"/>
                        </a:rPr>
                        <a:t>Employee</a:t>
                      </a:r>
                      <a:endParaRPr sz="1200">
                        <a:latin typeface="Tahoma"/>
                        <a:cs typeface="Tahoma"/>
                      </a:endParaRPr>
                    </a:p>
                  </a:txBody>
                  <a:tcPr marL="0" marR="0" marT="254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857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200" spc="-10" dirty="0">
                          <a:latin typeface="Tahoma"/>
                          <a:cs typeface="Tahoma"/>
                        </a:rPr>
                        <a:t>Request</a:t>
                      </a:r>
                      <a:r>
                        <a:rPr sz="1200" spc="-10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200" dirty="0">
                          <a:latin typeface="Tahoma"/>
                          <a:cs typeface="Tahoma"/>
                        </a:rPr>
                        <a:t>a</a:t>
                      </a:r>
                      <a:r>
                        <a:rPr sz="1200" spc="-114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200" dirty="0">
                          <a:latin typeface="Tahoma"/>
                          <a:cs typeface="Tahoma"/>
                        </a:rPr>
                        <a:t>laptop</a:t>
                      </a:r>
                      <a:r>
                        <a:rPr sz="1200" spc="-10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200" spc="-10" dirty="0">
                          <a:latin typeface="Tahoma"/>
                          <a:cs typeface="Tahoma"/>
                        </a:rPr>
                        <a:t>easily</a:t>
                      </a:r>
                      <a:endParaRPr sz="1200">
                        <a:latin typeface="Tahoma"/>
                        <a:cs typeface="Tahoma"/>
                      </a:endParaRPr>
                    </a:p>
                  </a:txBody>
                  <a:tcPr marL="0" marR="0" marT="254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200" dirty="0">
                          <a:latin typeface="Tahoma"/>
                          <a:cs typeface="Tahoma"/>
                        </a:rPr>
                        <a:t>Get</a:t>
                      </a:r>
                      <a:r>
                        <a:rPr sz="1200" spc="-8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200" spc="-20" dirty="0">
                          <a:latin typeface="Tahoma"/>
                          <a:cs typeface="Tahoma"/>
                        </a:rPr>
                        <a:t>the</a:t>
                      </a:r>
                      <a:r>
                        <a:rPr sz="1200" spc="-10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200" spc="-10" dirty="0">
                          <a:latin typeface="Tahoma"/>
                          <a:cs typeface="Tahoma"/>
                        </a:rPr>
                        <a:t>device</a:t>
                      </a:r>
                      <a:r>
                        <a:rPr sz="1200" spc="-10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200" spc="-20" dirty="0">
                          <a:latin typeface="Tahoma"/>
                          <a:cs typeface="Tahoma"/>
                        </a:rPr>
                        <a:t>without</a:t>
                      </a:r>
                      <a:r>
                        <a:rPr sz="1200" spc="-8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200" spc="-10" dirty="0">
                          <a:latin typeface="Tahoma"/>
                          <a:cs typeface="Tahoma"/>
                        </a:rPr>
                        <a:t>delays</a:t>
                      </a:r>
                      <a:endParaRPr sz="1200">
                        <a:latin typeface="Tahoma"/>
                        <a:cs typeface="Tahoma"/>
                      </a:endParaRPr>
                    </a:p>
                  </a:txBody>
                  <a:tcPr marL="0" marR="0" marT="254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625475">
                <a:tc>
                  <a:txBody>
                    <a:bodyPr/>
                    <a:lstStyle/>
                    <a:p>
                      <a:pPr marL="2222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200" spc="-25" dirty="0">
                          <a:latin typeface="Tahoma"/>
                          <a:cs typeface="Tahoma"/>
                        </a:rPr>
                        <a:t>US2</a:t>
                      </a:r>
                      <a:endParaRPr sz="1200">
                        <a:latin typeface="Tahoma"/>
                        <a:cs typeface="Tahoma"/>
                      </a:endParaRPr>
                    </a:p>
                  </a:txBody>
                  <a:tcPr marL="0" marR="0" marT="254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857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200" spc="-10" dirty="0">
                          <a:latin typeface="Tahoma"/>
                          <a:cs typeface="Tahoma"/>
                        </a:rPr>
                        <a:t>Manager</a:t>
                      </a:r>
                      <a:endParaRPr sz="1200">
                        <a:latin typeface="Tahoma"/>
                        <a:cs typeface="Tahoma"/>
                      </a:endParaRPr>
                    </a:p>
                  </a:txBody>
                  <a:tcPr marL="0" marR="0" marT="254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8575" marR="478790">
                        <a:lnSpc>
                          <a:spcPct val="109500"/>
                        </a:lnSpc>
                        <a:spcBef>
                          <a:spcPts val="60"/>
                        </a:spcBef>
                      </a:pPr>
                      <a:r>
                        <a:rPr sz="1200" spc="-30" dirty="0">
                          <a:latin typeface="Tahoma"/>
                          <a:cs typeface="Tahoma"/>
                        </a:rPr>
                        <a:t>Approve</a:t>
                      </a:r>
                      <a:r>
                        <a:rPr sz="1200" spc="-9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200" spc="-30" dirty="0">
                          <a:latin typeface="Tahoma"/>
                          <a:cs typeface="Tahoma"/>
                        </a:rPr>
                        <a:t>or</a:t>
                      </a:r>
                      <a:r>
                        <a:rPr sz="1200" spc="-9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200" spc="-25" dirty="0">
                          <a:latin typeface="Tahoma"/>
                          <a:cs typeface="Tahoma"/>
                        </a:rPr>
                        <a:t>reject</a:t>
                      </a:r>
                      <a:r>
                        <a:rPr sz="1200" spc="-8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200" spc="-10" dirty="0">
                          <a:latin typeface="Tahoma"/>
                          <a:cs typeface="Tahoma"/>
                        </a:rPr>
                        <a:t>requests quickly</a:t>
                      </a:r>
                      <a:endParaRPr sz="1200">
                        <a:latin typeface="Tahoma"/>
                        <a:cs typeface="Tahoma"/>
                      </a:endParaRPr>
                    </a:p>
                  </a:txBody>
                  <a:tcPr marL="0" marR="0" marT="762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200" spc="-10" dirty="0">
                          <a:latin typeface="Tahoma"/>
                          <a:cs typeface="Tahoma"/>
                        </a:rPr>
                        <a:t>Maintain</a:t>
                      </a:r>
                      <a:r>
                        <a:rPr sz="1200" spc="-8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200" spc="-25" dirty="0">
                          <a:latin typeface="Tahoma"/>
                          <a:cs typeface="Tahoma"/>
                        </a:rPr>
                        <a:t>workflow</a:t>
                      </a:r>
                      <a:r>
                        <a:rPr sz="1200" spc="-5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200" spc="-10" dirty="0">
                          <a:latin typeface="Tahoma"/>
                          <a:cs typeface="Tahoma"/>
                        </a:rPr>
                        <a:t>efficiency</a:t>
                      </a:r>
                      <a:endParaRPr sz="1200">
                        <a:latin typeface="Tahoma"/>
                        <a:cs typeface="Tahoma"/>
                      </a:endParaRPr>
                    </a:p>
                  </a:txBody>
                  <a:tcPr marL="0" marR="0" marT="254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pPr marL="2222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200" spc="-25" dirty="0">
                          <a:latin typeface="Tahoma"/>
                          <a:cs typeface="Tahoma"/>
                        </a:rPr>
                        <a:t>US3</a:t>
                      </a:r>
                      <a:endParaRPr sz="1200">
                        <a:latin typeface="Tahoma"/>
                        <a:cs typeface="Tahoma"/>
                      </a:endParaRPr>
                    </a:p>
                  </a:txBody>
                  <a:tcPr marL="0" marR="0" marT="254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857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200" spc="-10" dirty="0">
                          <a:latin typeface="Tahoma"/>
                          <a:cs typeface="Tahoma"/>
                        </a:rPr>
                        <a:t>Admin</a:t>
                      </a:r>
                      <a:endParaRPr sz="1200">
                        <a:latin typeface="Tahoma"/>
                        <a:cs typeface="Tahoma"/>
                      </a:endParaRPr>
                    </a:p>
                  </a:txBody>
                  <a:tcPr marL="0" marR="0" marT="254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857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200" spc="-40" dirty="0">
                          <a:latin typeface="Tahoma"/>
                          <a:cs typeface="Tahoma"/>
                        </a:rPr>
                        <a:t>Track</a:t>
                      </a:r>
                      <a:r>
                        <a:rPr sz="1200" spc="-13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200" dirty="0">
                          <a:latin typeface="Tahoma"/>
                          <a:cs typeface="Tahoma"/>
                        </a:rPr>
                        <a:t>and</a:t>
                      </a:r>
                      <a:r>
                        <a:rPr sz="1200" spc="-13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200" dirty="0">
                          <a:latin typeface="Tahoma"/>
                          <a:cs typeface="Tahoma"/>
                        </a:rPr>
                        <a:t>audit</a:t>
                      </a:r>
                      <a:r>
                        <a:rPr sz="1200" spc="-10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200" spc="-25" dirty="0">
                          <a:latin typeface="Tahoma"/>
                          <a:cs typeface="Tahoma"/>
                        </a:rPr>
                        <a:t>form</a:t>
                      </a:r>
                      <a:r>
                        <a:rPr sz="1200" spc="-114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200" spc="-20" dirty="0">
                          <a:latin typeface="Tahoma"/>
                          <a:cs typeface="Tahoma"/>
                        </a:rPr>
                        <a:t>usage</a:t>
                      </a:r>
                      <a:endParaRPr sz="1200">
                        <a:latin typeface="Tahoma"/>
                        <a:cs typeface="Tahoma"/>
                      </a:endParaRPr>
                    </a:p>
                  </a:txBody>
                  <a:tcPr marL="0" marR="0" marT="254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 marR="559435">
                        <a:lnSpc>
                          <a:spcPct val="109400"/>
                        </a:lnSpc>
                        <a:spcBef>
                          <a:spcPts val="65"/>
                        </a:spcBef>
                      </a:pPr>
                      <a:r>
                        <a:rPr sz="1200" spc="-20" dirty="0">
                          <a:latin typeface="Tahoma"/>
                          <a:cs typeface="Tahoma"/>
                        </a:rPr>
                        <a:t>Ensure</a:t>
                      </a:r>
                      <a:r>
                        <a:rPr sz="1200" spc="-3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200" dirty="0">
                          <a:latin typeface="Tahoma"/>
                          <a:cs typeface="Tahoma"/>
                        </a:rPr>
                        <a:t>compliance</a:t>
                      </a:r>
                      <a:r>
                        <a:rPr sz="1200" spc="-25" dirty="0">
                          <a:latin typeface="Tahoma"/>
                          <a:cs typeface="Tahoma"/>
                        </a:rPr>
                        <a:t> and </a:t>
                      </a:r>
                      <a:r>
                        <a:rPr sz="1200" spc="-10" dirty="0">
                          <a:latin typeface="Tahoma"/>
                          <a:cs typeface="Tahoma"/>
                        </a:rPr>
                        <a:t>accuracy</a:t>
                      </a:r>
                      <a:endParaRPr sz="1200">
                        <a:latin typeface="Tahoma"/>
                        <a:cs typeface="Tahoma"/>
                      </a:endParaRPr>
                    </a:p>
                  </a:txBody>
                  <a:tcPr marL="0" marR="0" marT="82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pPr marL="2222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200" spc="-25" dirty="0">
                          <a:latin typeface="Tahoma"/>
                          <a:cs typeface="Tahoma"/>
                        </a:rPr>
                        <a:t>US4</a:t>
                      </a:r>
                      <a:endParaRPr sz="1200">
                        <a:latin typeface="Tahoma"/>
                        <a:cs typeface="Tahoma"/>
                      </a:endParaRPr>
                    </a:p>
                  </a:txBody>
                  <a:tcPr marL="0" marR="0" marT="254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857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200" spc="-10" dirty="0">
                          <a:latin typeface="Tahoma"/>
                          <a:cs typeface="Tahoma"/>
                        </a:rPr>
                        <a:t>Developer</a:t>
                      </a:r>
                      <a:endParaRPr sz="1200">
                        <a:latin typeface="Tahoma"/>
                        <a:cs typeface="Tahoma"/>
                      </a:endParaRPr>
                    </a:p>
                  </a:txBody>
                  <a:tcPr marL="0" marR="0" marT="254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8575" marR="634365">
                        <a:lnSpc>
                          <a:spcPct val="109400"/>
                        </a:lnSpc>
                        <a:spcBef>
                          <a:spcPts val="65"/>
                        </a:spcBef>
                      </a:pPr>
                      <a:r>
                        <a:rPr sz="1200" spc="-20" dirty="0">
                          <a:latin typeface="Tahoma"/>
                          <a:cs typeface="Tahoma"/>
                        </a:rPr>
                        <a:t>Reset</a:t>
                      </a:r>
                      <a:r>
                        <a:rPr sz="1200" spc="-10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200" spc="-25" dirty="0">
                          <a:latin typeface="Tahoma"/>
                          <a:cs typeface="Tahoma"/>
                        </a:rPr>
                        <a:t>form</a:t>
                      </a:r>
                      <a:r>
                        <a:rPr sz="1200" spc="-10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200" dirty="0">
                          <a:latin typeface="Tahoma"/>
                          <a:cs typeface="Tahoma"/>
                        </a:rPr>
                        <a:t>and</a:t>
                      </a:r>
                      <a:r>
                        <a:rPr sz="1200" spc="-10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200" spc="-10" dirty="0">
                          <a:latin typeface="Tahoma"/>
                          <a:cs typeface="Tahoma"/>
                        </a:rPr>
                        <a:t>manage validations</a:t>
                      </a:r>
                      <a:endParaRPr sz="1200">
                        <a:latin typeface="Tahoma"/>
                        <a:cs typeface="Tahoma"/>
                      </a:endParaRPr>
                    </a:p>
                  </a:txBody>
                  <a:tcPr marL="0" marR="0" marT="82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 marR="380365">
                        <a:lnSpc>
                          <a:spcPct val="109400"/>
                        </a:lnSpc>
                        <a:spcBef>
                          <a:spcPts val="65"/>
                        </a:spcBef>
                      </a:pPr>
                      <a:r>
                        <a:rPr sz="1200" spc="-50" dirty="0">
                          <a:latin typeface="Tahoma"/>
                          <a:cs typeface="Tahoma"/>
                        </a:rPr>
                        <a:t>Improve</a:t>
                      </a:r>
                      <a:r>
                        <a:rPr sz="1200" spc="-12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200" dirty="0">
                          <a:latin typeface="Tahoma"/>
                          <a:cs typeface="Tahoma"/>
                        </a:rPr>
                        <a:t>usability</a:t>
                      </a:r>
                      <a:r>
                        <a:rPr sz="1200" spc="-10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200" dirty="0">
                          <a:latin typeface="Tahoma"/>
                          <a:cs typeface="Tahoma"/>
                        </a:rPr>
                        <a:t>and</a:t>
                      </a:r>
                      <a:r>
                        <a:rPr sz="1200" spc="-1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200" spc="-20" dirty="0">
                          <a:latin typeface="Tahoma"/>
                          <a:cs typeface="Tahoma"/>
                        </a:rPr>
                        <a:t>data </a:t>
                      </a:r>
                      <a:r>
                        <a:rPr sz="1200" spc="-10" dirty="0">
                          <a:latin typeface="Tahoma"/>
                          <a:cs typeface="Tahoma"/>
                        </a:rPr>
                        <a:t>quality</a:t>
                      </a:r>
                      <a:endParaRPr sz="1200">
                        <a:latin typeface="Tahoma"/>
                        <a:cs typeface="Tahoma"/>
                      </a:endParaRPr>
                    </a:p>
                  </a:txBody>
                  <a:tcPr marL="0" marR="0" marT="82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902017" y="7434960"/>
            <a:ext cx="1017269" cy="1821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</a:t>
            </a:r>
            <a:r>
              <a:rPr sz="1100" b="1" spc="-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Story</a:t>
            </a:r>
            <a:r>
              <a:rPr sz="1100" b="1" spc="-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Points</a:t>
            </a:r>
            <a:endParaRPr sz="11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936942" y="7669783"/>
          <a:ext cx="2330450" cy="20599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9690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84455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88900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</a:tblGrid>
              <a:tr h="409575">
                <a:tc>
                  <a:txBody>
                    <a:bodyPr/>
                    <a:lstStyle/>
                    <a:p>
                      <a:pPr marL="2222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200" b="1" spc="-10" dirty="0">
                          <a:latin typeface="Trebuchet MS"/>
                          <a:cs typeface="Trebuchet MS"/>
                        </a:rPr>
                        <a:t>Story</a:t>
                      </a:r>
                      <a:r>
                        <a:rPr sz="1200" b="1" spc="-11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200" b="1" spc="-25" dirty="0">
                          <a:latin typeface="Trebuchet MS"/>
                          <a:cs typeface="Trebuchet MS"/>
                        </a:rPr>
                        <a:t>ID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254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857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200" b="1" spc="-10" dirty="0">
                          <a:latin typeface="Trebuchet MS"/>
                          <a:cs typeface="Trebuchet MS"/>
                        </a:rPr>
                        <a:t>Complexity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254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857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200" b="1" spc="-10" dirty="0">
                          <a:latin typeface="Trebuchet MS"/>
                          <a:cs typeface="Trebuchet MS"/>
                        </a:rPr>
                        <a:t>Story</a:t>
                      </a:r>
                      <a:r>
                        <a:rPr sz="1200" b="1" spc="-11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200" b="1" spc="-10" dirty="0">
                          <a:latin typeface="Trebuchet MS"/>
                          <a:cs typeface="Trebuchet MS"/>
                        </a:rPr>
                        <a:t>Points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254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marL="2222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200" spc="-25" dirty="0">
                          <a:latin typeface="Tahoma"/>
                          <a:cs typeface="Tahoma"/>
                        </a:rPr>
                        <a:t>US1</a:t>
                      </a:r>
                      <a:endParaRPr sz="1200">
                        <a:latin typeface="Tahoma"/>
                        <a:cs typeface="Tahoma"/>
                      </a:endParaRPr>
                    </a:p>
                  </a:txBody>
                  <a:tcPr marL="0" marR="0" marT="254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857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200" spc="-10" dirty="0">
                          <a:latin typeface="Tahoma"/>
                          <a:cs typeface="Tahoma"/>
                        </a:rPr>
                        <a:t>Medium</a:t>
                      </a:r>
                      <a:endParaRPr sz="1200">
                        <a:latin typeface="Tahoma"/>
                        <a:cs typeface="Tahoma"/>
                      </a:endParaRPr>
                    </a:p>
                  </a:txBody>
                  <a:tcPr marL="0" marR="0" marT="254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857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200" spc="-50" dirty="0">
                          <a:latin typeface="Tahoma"/>
                          <a:cs typeface="Tahoma"/>
                        </a:rPr>
                        <a:t>5</a:t>
                      </a:r>
                      <a:endParaRPr sz="1200">
                        <a:latin typeface="Tahoma"/>
                        <a:cs typeface="Tahoma"/>
                      </a:endParaRPr>
                    </a:p>
                  </a:txBody>
                  <a:tcPr marL="0" marR="0" marT="254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marL="2222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200" spc="-25" dirty="0">
                          <a:latin typeface="Tahoma"/>
                          <a:cs typeface="Tahoma"/>
                        </a:rPr>
                        <a:t>US2</a:t>
                      </a:r>
                      <a:endParaRPr sz="1200">
                        <a:latin typeface="Tahoma"/>
                        <a:cs typeface="Tahoma"/>
                      </a:endParaRPr>
                    </a:p>
                  </a:txBody>
                  <a:tcPr marL="0" marR="0" marT="254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857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200" spc="-10" dirty="0">
                          <a:latin typeface="Tahoma"/>
                          <a:cs typeface="Tahoma"/>
                        </a:rPr>
                        <a:t>Medium</a:t>
                      </a:r>
                      <a:endParaRPr sz="1200">
                        <a:latin typeface="Tahoma"/>
                        <a:cs typeface="Tahoma"/>
                      </a:endParaRPr>
                    </a:p>
                  </a:txBody>
                  <a:tcPr marL="0" marR="0" marT="254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857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200" spc="-50" dirty="0">
                          <a:latin typeface="Tahoma"/>
                          <a:cs typeface="Tahoma"/>
                        </a:rPr>
                        <a:t>4</a:t>
                      </a:r>
                      <a:endParaRPr sz="1200">
                        <a:latin typeface="Tahoma"/>
                        <a:cs typeface="Tahoma"/>
                      </a:endParaRPr>
                    </a:p>
                  </a:txBody>
                  <a:tcPr marL="0" marR="0" marT="254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marL="2222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200" spc="-25" dirty="0">
                          <a:latin typeface="Tahoma"/>
                          <a:cs typeface="Tahoma"/>
                        </a:rPr>
                        <a:t>US3</a:t>
                      </a:r>
                      <a:endParaRPr sz="1200">
                        <a:latin typeface="Tahoma"/>
                        <a:cs typeface="Tahoma"/>
                      </a:endParaRPr>
                    </a:p>
                  </a:txBody>
                  <a:tcPr marL="0" marR="0" marT="254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857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200" spc="-20" dirty="0">
                          <a:latin typeface="Tahoma"/>
                          <a:cs typeface="Tahoma"/>
                        </a:rPr>
                        <a:t>High</a:t>
                      </a:r>
                      <a:endParaRPr sz="1200">
                        <a:latin typeface="Tahoma"/>
                        <a:cs typeface="Tahoma"/>
                      </a:endParaRPr>
                    </a:p>
                  </a:txBody>
                  <a:tcPr marL="0" marR="0" marT="254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857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200" spc="-50" dirty="0">
                          <a:latin typeface="Tahoma"/>
                          <a:cs typeface="Tahoma"/>
                        </a:rPr>
                        <a:t>6</a:t>
                      </a:r>
                      <a:endParaRPr sz="1200">
                        <a:latin typeface="Tahoma"/>
                        <a:cs typeface="Tahoma"/>
                      </a:endParaRPr>
                    </a:p>
                  </a:txBody>
                  <a:tcPr marL="0" marR="0" marT="254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412115">
                <a:tc>
                  <a:txBody>
                    <a:bodyPr/>
                    <a:lstStyle/>
                    <a:p>
                      <a:pPr marL="2222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200" spc="-25" dirty="0">
                          <a:latin typeface="Tahoma"/>
                          <a:cs typeface="Tahoma"/>
                        </a:rPr>
                        <a:t>US4</a:t>
                      </a:r>
                      <a:endParaRPr sz="1200">
                        <a:latin typeface="Tahoma"/>
                        <a:cs typeface="Tahoma"/>
                      </a:endParaRPr>
                    </a:p>
                  </a:txBody>
                  <a:tcPr marL="0" marR="0" marT="254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857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200" spc="-25" dirty="0">
                          <a:latin typeface="Tahoma"/>
                          <a:cs typeface="Tahoma"/>
                        </a:rPr>
                        <a:t>Low</a:t>
                      </a:r>
                      <a:endParaRPr sz="1200">
                        <a:latin typeface="Tahoma"/>
                        <a:cs typeface="Tahoma"/>
                      </a:endParaRPr>
                    </a:p>
                  </a:txBody>
                  <a:tcPr marL="0" marR="0" marT="254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857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200" spc="-50" dirty="0">
                          <a:latin typeface="Tahoma"/>
                          <a:cs typeface="Tahoma"/>
                        </a:rPr>
                        <a:t>3</a:t>
                      </a:r>
                      <a:endParaRPr sz="1200">
                        <a:latin typeface="Tahoma"/>
                        <a:cs typeface="Tahoma"/>
                      </a:endParaRPr>
                    </a:p>
                  </a:txBody>
                  <a:tcPr marL="0" marR="0" marT="254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4800" y="304799"/>
            <a:ext cx="6956425" cy="10090150"/>
          </a:xfrm>
          <a:custGeom>
            <a:avLst/>
            <a:gdLst/>
            <a:ahLst/>
            <a:cxnLst/>
            <a:rect l="l" t="t" r="r" b="b"/>
            <a:pathLst>
              <a:path w="6956425" h="10090150">
                <a:moveTo>
                  <a:pt x="6956044" y="0"/>
                </a:moveTo>
                <a:lnTo>
                  <a:pt x="6946900" y="0"/>
                </a:lnTo>
                <a:lnTo>
                  <a:pt x="6946900" y="9144"/>
                </a:lnTo>
                <a:lnTo>
                  <a:pt x="6946900" y="10080625"/>
                </a:lnTo>
                <a:lnTo>
                  <a:pt x="9144" y="10080625"/>
                </a:lnTo>
                <a:lnTo>
                  <a:pt x="9144" y="9144"/>
                </a:lnTo>
                <a:lnTo>
                  <a:pt x="6946900" y="9144"/>
                </a:lnTo>
                <a:lnTo>
                  <a:pt x="6946900" y="0"/>
                </a:lnTo>
                <a:lnTo>
                  <a:pt x="9144" y="0"/>
                </a:lnTo>
                <a:lnTo>
                  <a:pt x="6350" y="0"/>
                </a:lnTo>
                <a:lnTo>
                  <a:pt x="0" y="0"/>
                </a:lnTo>
                <a:lnTo>
                  <a:pt x="0" y="6350"/>
                </a:lnTo>
                <a:lnTo>
                  <a:pt x="0" y="9144"/>
                </a:lnTo>
                <a:lnTo>
                  <a:pt x="0" y="10080625"/>
                </a:lnTo>
                <a:lnTo>
                  <a:pt x="0" y="10089769"/>
                </a:lnTo>
                <a:lnTo>
                  <a:pt x="6350" y="10089769"/>
                </a:lnTo>
                <a:lnTo>
                  <a:pt x="9144" y="10089769"/>
                </a:lnTo>
                <a:lnTo>
                  <a:pt x="6946900" y="10089769"/>
                </a:lnTo>
                <a:lnTo>
                  <a:pt x="6956044" y="10089769"/>
                </a:lnTo>
                <a:lnTo>
                  <a:pt x="6956044" y="10080625"/>
                </a:lnTo>
                <a:lnTo>
                  <a:pt x="6956044" y="9144"/>
                </a:lnTo>
                <a:lnTo>
                  <a:pt x="6956044" y="6350"/>
                </a:lnTo>
                <a:lnTo>
                  <a:pt x="695604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04800" y="4357071"/>
            <a:ext cx="6956425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REQUIREMENT</a:t>
            </a:r>
            <a:r>
              <a:rPr lang="en-IN" sz="3200" b="1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2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</a:t>
            </a: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pc="-25" dirty="0"/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4800" y="304799"/>
            <a:ext cx="6956425" cy="9525"/>
          </a:xfrm>
          <a:custGeom>
            <a:avLst/>
            <a:gdLst/>
            <a:ahLst/>
            <a:cxnLst/>
            <a:rect l="l" t="t" r="r" b="b"/>
            <a:pathLst>
              <a:path w="6956425" h="9525">
                <a:moveTo>
                  <a:pt x="6956044" y="0"/>
                </a:moveTo>
                <a:lnTo>
                  <a:pt x="6946900" y="0"/>
                </a:lnTo>
                <a:lnTo>
                  <a:pt x="9144" y="0"/>
                </a:lnTo>
                <a:lnTo>
                  <a:pt x="6350" y="0"/>
                </a:lnTo>
                <a:lnTo>
                  <a:pt x="0" y="0"/>
                </a:lnTo>
                <a:lnTo>
                  <a:pt x="0" y="9144"/>
                </a:lnTo>
                <a:lnTo>
                  <a:pt x="6350" y="9144"/>
                </a:lnTo>
                <a:lnTo>
                  <a:pt x="9144" y="9144"/>
                </a:lnTo>
                <a:lnTo>
                  <a:pt x="6946900" y="9144"/>
                </a:lnTo>
                <a:lnTo>
                  <a:pt x="6956044" y="9144"/>
                </a:lnTo>
                <a:lnTo>
                  <a:pt x="695604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04800" y="10385425"/>
            <a:ext cx="6956425" cy="9525"/>
          </a:xfrm>
          <a:custGeom>
            <a:avLst/>
            <a:gdLst/>
            <a:ahLst/>
            <a:cxnLst/>
            <a:rect l="l" t="t" r="r" b="b"/>
            <a:pathLst>
              <a:path w="6956425" h="9525">
                <a:moveTo>
                  <a:pt x="6956044" y="0"/>
                </a:moveTo>
                <a:lnTo>
                  <a:pt x="6946900" y="0"/>
                </a:lnTo>
                <a:lnTo>
                  <a:pt x="9144" y="0"/>
                </a:lnTo>
                <a:lnTo>
                  <a:pt x="6350" y="0"/>
                </a:lnTo>
                <a:lnTo>
                  <a:pt x="0" y="0"/>
                </a:lnTo>
                <a:lnTo>
                  <a:pt x="0" y="9144"/>
                </a:lnTo>
                <a:lnTo>
                  <a:pt x="6350" y="9144"/>
                </a:lnTo>
                <a:lnTo>
                  <a:pt x="9144" y="9144"/>
                </a:lnTo>
                <a:lnTo>
                  <a:pt x="6946900" y="9144"/>
                </a:lnTo>
                <a:lnTo>
                  <a:pt x="6956044" y="9144"/>
                </a:lnTo>
                <a:lnTo>
                  <a:pt x="695604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3533045"/>
              </p:ext>
            </p:extLst>
          </p:nvPr>
        </p:nvGraphicFramePr>
        <p:xfrm>
          <a:off x="1056068" y="2237833"/>
          <a:ext cx="5714365" cy="54356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9916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505585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330962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</a:tblGrid>
              <a:tr h="628650">
                <a:tc>
                  <a:txBody>
                    <a:bodyPr/>
                    <a:lstStyle/>
                    <a:p>
                      <a:pPr marL="2222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2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Functional</a:t>
                      </a:r>
                      <a:endParaRPr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254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8575">
                        <a:lnSpc>
                          <a:spcPct val="109400"/>
                        </a:lnSpc>
                        <a:spcBef>
                          <a:spcPts val="65"/>
                        </a:spcBef>
                        <a:tabLst>
                          <a:tab pos="1035050" algn="l"/>
                        </a:tabLst>
                      </a:pPr>
                      <a:r>
                        <a:rPr sz="12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Dynamic</a:t>
                      </a:r>
                      <a:r>
                        <a:rPr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	</a:t>
                      </a:r>
                      <a:r>
                        <a:rPr sz="12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Laptop Request</a:t>
                      </a:r>
                      <a:r>
                        <a:rPr sz="1200" spc="-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200" spc="-2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Form</a:t>
                      </a:r>
                      <a:endParaRPr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825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857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Enable</a:t>
                      </a:r>
                      <a:r>
                        <a:rPr sz="1200" spc="-12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users</a:t>
                      </a:r>
                      <a:r>
                        <a:rPr sz="1200" spc="-114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200" spc="-2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</a:t>
                      </a:r>
                      <a:r>
                        <a:rPr sz="1200" spc="-12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submit</a:t>
                      </a:r>
                      <a:r>
                        <a:rPr sz="1200" spc="-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laptop</a:t>
                      </a:r>
                      <a:r>
                        <a:rPr sz="1200" spc="-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2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requests</a:t>
                      </a:r>
                      <a:r>
                        <a:rPr sz="1200" spc="-12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200" spc="-2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with</a:t>
                      </a:r>
                      <a:endParaRPr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28575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12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dependent</a:t>
                      </a:r>
                      <a:r>
                        <a:rPr sz="1200" spc="-8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fields</a:t>
                      </a:r>
                      <a:r>
                        <a:rPr sz="1200" spc="-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200" spc="-5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(e.g.,</a:t>
                      </a:r>
                      <a:r>
                        <a:rPr sz="1200" spc="-9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200" spc="-2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department</a:t>
                      </a:r>
                      <a:r>
                        <a:rPr sz="1200" spc="-8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200" spc="-48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→</a:t>
                      </a:r>
                      <a:r>
                        <a:rPr sz="1200" spc="-12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</a:t>
                      </a:r>
                      <a:r>
                        <a:rPr sz="1200" spc="-10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2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type).</a:t>
                      </a:r>
                      <a:endParaRPr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254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marL="2222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2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Functional</a:t>
                      </a:r>
                      <a:endParaRPr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254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8575" marR="317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200" spc="-2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Form</a:t>
                      </a:r>
                      <a:r>
                        <a:rPr sz="1200" spc="-9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200" spc="-2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Reset</a:t>
                      </a:r>
                      <a:r>
                        <a:rPr sz="1200" spc="-7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2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Function</a:t>
                      </a:r>
                      <a:endParaRPr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2540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857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2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Allow</a:t>
                      </a:r>
                      <a:r>
                        <a:rPr sz="1200" spc="-9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users</a:t>
                      </a:r>
                      <a:r>
                        <a:rPr sz="1200" spc="-10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200" spc="-2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</a:t>
                      </a:r>
                      <a:r>
                        <a:rPr sz="1200" spc="-10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200" spc="-2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reset</a:t>
                      </a:r>
                      <a:r>
                        <a:rPr sz="1200" spc="-9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all</a:t>
                      </a:r>
                      <a:r>
                        <a:rPr sz="1200" spc="-1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200" spc="-2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form</a:t>
                      </a:r>
                      <a:r>
                        <a:rPr sz="1200" spc="-9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fields</a:t>
                      </a:r>
                      <a:r>
                        <a:rPr sz="1200" spc="-10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2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easily.</a:t>
                      </a:r>
                      <a:endParaRPr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254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625475">
                <a:tc>
                  <a:txBody>
                    <a:bodyPr/>
                    <a:lstStyle/>
                    <a:p>
                      <a:pPr marL="2222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2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Functional</a:t>
                      </a:r>
                      <a:endParaRPr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254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8575" marR="317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2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Approval</a:t>
                      </a:r>
                      <a:r>
                        <a:rPr sz="1200" spc="-13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2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Workflow</a:t>
                      </a:r>
                      <a:endParaRPr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2540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8575" marR="148590">
                        <a:lnSpc>
                          <a:spcPct val="109400"/>
                        </a:lnSpc>
                        <a:spcBef>
                          <a:spcPts val="65"/>
                        </a:spcBef>
                      </a:pPr>
                      <a:r>
                        <a:rPr sz="1200" spc="-2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Route</a:t>
                      </a:r>
                      <a:r>
                        <a:rPr sz="1200" spc="-1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2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requests</a:t>
                      </a:r>
                      <a:r>
                        <a:rPr sz="1200" spc="-1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automatically</a:t>
                      </a:r>
                      <a:r>
                        <a:rPr sz="1200" spc="-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200" spc="-2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</a:t>
                      </a:r>
                      <a:r>
                        <a:rPr sz="1200" spc="-114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200" spc="-2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</a:t>
                      </a:r>
                      <a:r>
                        <a:rPr sz="1200" spc="-1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2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appropriate approver.</a:t>
                      </a:r>
                      <a:endParaRPr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82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pPr marL="2222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2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Functional</a:t>
                      </a:r>
                      <a:endParaRPr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254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8575" marR="317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Notification</a:t>
                      </a:r>
                      <a:r>
                        <a:rPr sz="1200" spc="-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2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Alerts</a:t>
                      </a:r>
                      <a:endParaRPr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2540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8575" marR="19050">
                        <a:lnSpc>
                          <a:spcPct val="109400"/>
                        </a:lnSpc>
                        <a:spcBef>
                          <a:spcPts val="65"/>
                        </a:spcBef>
                      </a:pPr>
                      <a:r>
                        <a:rPr sz="12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Send</a:t>
                      </a:r>
                      <a:r>
                        <a:rPr sz="1200" spc="-8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2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automated</a:t>
                      </a:r>
                      <a:r>
                        <a:rPr sz="1200" spc="-8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emails</a:t>
                      </a:r>
                      <a:r>
                        <a:rPr sz="1200" spc="-9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200" spc="-3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for</a:t>
                      </a:r>
                      <a:r>
                        <a:rPr sz="1200" spc="-9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submission,</a:t>
                      </a:r>
                      <a:r>
                        <a:rPr sz="1200" spc="-8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2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approval, </a:t>
                      </a:r>
                      <a:r>
                        <a:rPr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and</a:t>
                      </a:r>
                      <a:r>
                        <a:rPr sz="1200" spc="-12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2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rejection.</a:t>
                      </a:r>
                      <a:endParaRPr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82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pPr marL="2222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2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Functional</a:t>
                      </a:r>
                      <a:endParaRPr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254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8575" marR="317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2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Audit</a:t>
                      </a:r>
                      <a:r>
                        <a:rPr sz="1200" spc="-12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2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Logging</a:t>
                      </a:r>
                      <a:endParaRPr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2540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8575" marR="709295">
                        <a:lnSpc>
                          <a:spcPct val="109400"/>
                        </a:lnSpc>
                        <a:spcBef>
                          <a:spcPts val="65"/>
                        </a:spcBef>
                      </a:pPr>
                      <a:r>
                        <a:rPr sz="12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Record</a:t>
                      </a:r>
                      <a:r>
                        <a:rPr sz="1200" spc="-9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all</a:t>
                      </a:r>
                      <a:r>
                        <a:rPr sz="1200" spc="-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activities</a:t>
                      </a:r>
                      <a:r>
                        <a:rPr sz="1200" spc="-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200" spc="-3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for</a:t>
                      </a:r>
                      <a:r>
                        <a:rPr sz="1200" spc="-9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200" spc="-2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governance</a:t>
                      </a:r>
                      <a:r>
                        <a:rPr sz="1200" spc="-9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200" spc="-2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and </a:t>
                      </a:r>
                      <a:r>
                        <a:rPr sz="12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transparency.</a:t>
                      </a:r>
                      <a:endParaRPr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82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pPr marL="22225" marR="168910">
                        <a:lnSpc>
                          <a:spcPts val="1700"/>
                        </a:lnSpc>
                        <a:spcBef>
                          <a:spcPts val="40"/>
                        </a:spcBef>
                      </a:pPr>
                      <a:r>
                        <a:rPr sz="1200" spc="-2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Non- </a:t>
                      </a:r>
                      <a:r>
                        <a:rPr sz="12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Functional</a:t>
                      </a:r>
                      <a:endParaRPr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50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8575" marR="623570">
                        <a:lnSpc>
                          <a:spcPts val="1700"/>
                        </a:lnSpc>
                        <a:spcBef>
                          <a:spcPts val="40"/>
                        </a:spcBef>
                      </a:pPr>
                      <a:r>
                        <a:rPr sz="12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Performance Efficiency</a:t>
                      </a:r>
                      <a:endParaRPr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508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8575" marR="554990">
                        <a:lnSpc>
                          <a:spcPct val="109400"/>
                        </a:lnSpc>
                        <a:spcBef>
                          <a:spcPts val="65"/>
                        </a:spcBef>
                      </a:pPr>
                      <a:r>
                        <a:rPr sz="1200" spc="-2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Ensure</a:t>
                      </a:r>
                      <a:r>
                        <a:rPr sz="1200" spc="-9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200" spc="-2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form</a:t>
                      </a:r>
                      <a:r>
                        <a:rPr sz="1200" spc="-8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submission</a:t>
                      </a:r>
                      <a:r>
                        <a:rPr sz="1200" spc="-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happens</a:t>
                      </a:r>
                      <a:r>
                        <a:rPr sz="1200" spc="-9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200" spc="-2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under</a:t>
                      </a:r>
                      <a:r>
                        <a:rPr sz="1200" spc="-8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200" spc="-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 </a:t>
                      </a:r>
                      <a:r>
                        <a:rPr sz="12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seconds.</a:t>
                      </a:r>
                      <a:endParaRPr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82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625475">
                <a:tc>
                  <a:txBody>
                    <a:bodyPr/>
                    <a:lstStyle/>
                    <a:p>
                      <a:pPr marL="22225" marR="168910">
                        <a:lnSpc>
                          <a:spcPts val="1680"/>
                        </a:lnSpc>
                        <a:spcBef>
                          <a:spcPts val="55"/>
                        </a:spcBef>
                      </a:pPr>
                      <a:r>
                        <a:rPr sz="1200" spc="-2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Non- </a:t>
                      </a:r>
                      <a:r>
                        <a:rPr sz="12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Functional</a:t>
                      </a:r>
                      <a:endParaRPr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698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8575" marR="317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2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</a:t>
                      </a:r>
                      <a:r>
                        <a:rPr sz="1200" spc="-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2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Security</a:t>
                      </a:r>
                      <a:endParaRPr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2540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8575" marR="318135">
                        <a:lnSpc>
                          <a:spcPct val="109400"/>
                        </a:lnSpc>
                        <a:spcBef>
                          <a:spcPts val="65"/>
                        </a:spcBef>
                      </a:pPr>
                      <a:r>
                        <a:rPr sz="12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Protect</a:t>
                      </a:r>
                      <a:r>
                        <a:rPr sz="1200" spc="-9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2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employee</a:t>
                      </a:r>
                      <a:r>
                        <a:rPr sz="1200" spc="-10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and</a:t>
                      </a:r>
                      <a:r>
                        <a:rPr sz="1200" spc="-9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asset</a:t>
                      </a:r>
                      <a:r>
                        <a:rPr sz="1200" spc="-9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200" spc="-2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</a:t>
                      </a:r>
                      <a:r>
                        <a:rPr sz="1200" spc="-8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200" spc="-2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with</a:t>
                      </a:r>
                      <a:r>
                        <a:rPr sz="1200" spc="-14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2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access control.</a:t>
                      </a:r>
                      <a:endParaRPr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82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pPr marL="22225" marR="168910">
                        <a:lnSpc>
                          <a:spcPts val="1700"/>
                        </a:lnSpc>
                        <a:spcBef>
                          <a:spcPts val="40"/>
                        </a:spcBef>
                      </a:pPr>
                      <a:r>
                        <a:rPr sz="1200" spc="-2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Non- </a:t>
                      </a:r>
                      <a:r>
                        <a:rPr sz="12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Functional</a:t>
                      </a:r>
                      <a:endParaRPr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50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8575" marR="317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2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Scalability</a:t>
                      </a:r>
                      <a:endParaRPr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2540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8575" marR="409575">
                        <a:lnSpc>
                          <a:spcPct val="109400"/>
                        </a:lnSpc>
                        <a:spcBef>
                          <a:spcPts val="65"/>
                        </a:spcBef>
                      </a:pPr>
                      <a:r>
                        <a:rPr sz="12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Support</a:t>
                      </a:r>
                      <a:r>
                        <a:rPr sz="1200" spc="-9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2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increasing</a:t>
                      </a:r>
                      <a:r>
                        <a:rPr sz="1200" spc="-1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200" spc="-2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number</a:t>
                      </a:r>
                      <a:r>
                        <a:rPr sz="1200" spc="-10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2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of</a:t>
                      </a:r>
                      <a:r>
                        <a:rPr sz="1200" spc="-114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users</a:t>
                      </a:r>
                      <a:r>
                        <a:rPr sz="1200" spc="-1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2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without performance</a:t>
                      </a:r>
                      <a:r>
                        <a:rPr sz="1200" spc="-114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200" spc="-2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drop.</a:t>
                      </a:r>
                      <a:endParaRPr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82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pPr marL="22225" marR="168910">
                        <a:lnSpc>
                          <a:spcPts val="1700"/>
                        </a:lnSpc>
                        <a:spcBef>
                          <a:spcPts val="40"/>
                        </a:spcBef>
                      </a:pPr>
                      <a:r>
                        <a:rPr sz="1200" spc="-2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Non- </a:t>
                      </a:r>
                      <a:r>
                        <a:rPr sz="12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Functional</a:t>
                      </a:r>
                      <a:endParaRPr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50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8575" marR="317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2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Maintainability</a:t>
                      </a:r>
                      <a:endParaRPr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2540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8575" marR="80645">
                        <a:lnSpc>
                          <a:spcPct val="109600"/>
                        </a:lnSpc>
                        <a:spcBef>
                          <a:spcPts val="60"/>
                        </a:spcBef>
                      </a:pPr>
                      <a:r>
                        <a:rPr sz="12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Allow</a:t>
                      </a:r>
                      <a:r>
                        <a:rPr sz="1200" spc="-6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2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easy</a:t>
                      </a:r>
                      <a:r>
                        <a:rPr sz="1200" spc="-6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200" spc="-2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configuration</a:t>
                      </a:r>
                      <a:r>
                        <a:rPr sz="1200" spc="-8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2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updates</a:t>
                      </a:r>
                      <a:r>
                        <a:rPr sz="1200" spc="-8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200" spc="-3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through</a:t>
                      </a:r>
                      <a:r>
                        <a:rPr sz="1200" spc="-8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2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update sets.</a:t>
                      </a:r>
                      <a:endParaRPr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762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xfrm>
            <a:off x="3684651" y="9991183"/>
            <a:ext cx="228600" cy="187872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29</a:t>
            </a:r>
          </a:p>
        </p:txBody>
      </p:sp>
      <p:graphicFrame>
        <p:nvGraphicFramePr>
          <p:cNvPr id="8" name="object 5">
            <a:extLst>
              <a:ext uri="{FF2B5EF4-FFF2-40B4-BE49-F238E27FC236}">
                <a16:creationId xmlns="" xmlns:a16="http://schemas.microsoft.com/office/drawing/2014/main" id="{A5F69628-3E52-67B3-A459-5476090CD3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1607543"/>
              </p:ext>
            </p:extLst>
          </p:nvPr>
        </p:nvGraphicFramePr>
        <p:xfrm>
          <a:off x="1056068" y="1807938"/>
          <a:ext cx="5704840" cy="4121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9916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49606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330962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</a:tblGrid>
              <a:tr h="412115">
                <a:tc>
                  <a:txBody>
                    <a:bodyPr/>
                    <a:lstStyle/>
                    <a:p>
                      <a:pPr marL="2222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200" b="1" spc="-20" dirty="0">
                          <a:latin typeface="Trebuchet MS"/>
                          <a:cs typeface="Trebuchet MS"/>
                        </a:rPr>
                        <a:t>Type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254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857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200" b="1" spc="-10" dirty="0">
                          <a:latin typeface="Trebuchet MS"/>
                          <a:cs typeface="Trebuchet MS"/>
                        </a:rPr>
                        <a:t>Requirement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2540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857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200" b="1" spc="-10" dirty="0">
                          <a:latin typeface="Trebuchet MS"/>
                          <a:cs typeface="Trebuchet MS"/>
                        </a:rPr>
                        <a:t>Description</a:t>
                      </a:r>
                      <a:endParaRPr sz="1200" dirty="0">
                        <a:latin typeface="Trebuchet MS"/>
                        <a:cs typeface="Trebuchet MS"/>
                      </a:endParaRPr>
                    </a:p>
                  </a:txBody>
                  <a:tcPr marL="0" marR="0" marT="254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9" name="object 4">
            <a:extLst>
              <a:ext uri="{FF2B5EF4-FFF2-40B4-BE49-F238E27FC236}">
                <a16:creationId xmlns="" xmlns:a16="http://schemas.microsoft.com/office/drawing/2014/main" id="{746E6C2F-B268-7EB6-8B08-8B784490BDD0}"/>
              </a:ext>
            </a:extLst>
          </p:cNvPr>
          <p:cNvSpPr txBox="1"/>
          <p:nvPr/>
        </p:nvSpPr>
        <p:spPr>
          <a:xfrm>
            <a:off x="1054798" y="1273760"/>
            <a:ext cx="178244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</a:t>
            </a:r>
            <a:r>
              <a:rPr sz="1200" b="1" spc="-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</a:t>
            </a:r>
            <a:r>
              <a:rPr sz="1200" b="1" spc="-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Requirements</a:t>
            </a:r>
            <a:endParaRPr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4800" y="304799"/>
            <a:ext cx="6956425" cy="10090150"/>
          </a:xfrm>
          <a:custGeom>
            <a:avLst/>
            <a:gdLst/>
            <a:ahLst/>
            <a:cxnLst/>
            <a:rect l="l" t="t" r="r" b="b"/>
            <a:pathLst>
              <a:path w="6956425" h="10090150">
                <a:moveTo>
                  <a:pt x="6956044" y="0"/>
                </a:moveTo>
                <a:lnTo>
                  <a:pt x="6946900" y="0"/>
                </a:lnTo>
                <a:lnTo>
                  <a:pt x="6946900" y="9144"/>
                </a:lnTo>
                <a:lnTo>
                  <a:pt x="6946900" y="10080625"/>
                </a:lnTo>
                <a:lnTo>
                  <a:pt x="9144" y="10080625"/>
                </a:lnTo>
                <a:lnTo>
                  <a:pt x="9144" y="9144"/>
                </a:lnTo>
                <a:lnTo>
                  <a:pt x="6946900" y="9144"/>
                </a:lnTo>
                <a:lnTo>
                  <a:pt x="6946900" y="0"/>
                </a:lnTo>
                <a:lnTo>
                  <a:pt x="9144" y="0"/>
                </a:lnTo>
                <a:lnTo>
                  <a:pt x="6350" y="0"/>
                </a:lnTo>
                <a:lnTo>
                  <a:pt x="0" y="0"/>
                </a:lnTo>
                <a:lnTo>
                  <a:pt x="0" y="6350"/>
                </a:lnTo>
                <a:lnTo>
                  <a:pt x="0" y="9144"/>
                </a:lnTo>
                <a:lnTo>
                  <a:pt x="0" y="10080625"/>
                </a:lnTo>
                <a:lnTo>
                  <a:pt x="0" y="10089769"/>
                </a:lnTo>
                <a:lnTo>
                  <a:pt x="6350" y="10089769"/>
                </a:lnTo>
                <a:lnTo>
                  <a:pt x="9144" y="10089769"/>
                </a:lnTo>
                <a:lnTo>
                  <a:pt x="6946900" y="10089769"/>
                </a:lnTo>
                <a:lnTo>
                  <a:pt x="6956044" y="10089769"/>
                </a:lnTo>
                <a:lnTo>
                  <a:pt x="6956044" y="10080625"/>
                </a:lnTo>
                <a:lnTo>
                  <a:pt x="6956044" y="9144"/>
                </a:lnTo>
                <a:lnTo>
                  <a:pt x="6956044" y="6350"/>
                </a:lnTo>
                <a:lnTo>
                  <a:pt x="695604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02017" y="1522731"/>
            <a:ext cx="5481955" cy="2677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225" marR="5080">
              <a:lnSpc>
                <a:spcPct val="118100"/>
              </a:lnSpc>
              <a:spcBef>
                <a:spcPts val="100"/>
              </a:spcBef>
            </a:pPr>
            <a:r>
              <a:rPr sz="1200" spc="-65" dirty="0">
                <a:latin typeface="Tahoma"/>
                <a:cs typeface="Tahoma"/>
              </a:rPr>
              <a:t>The</a:t>
            </a:r>
            <a:r>
              <a:rPr sz="1200" spc="-10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DFD</a:t>
            </a:r>
            <a:r>
              <a:rPr sz="1200" spc="-95" dirty="0">
                <a:latin typeface="Tahoma"/>
                <a:cs typeface="Tahoma"/>
              </a:rPr>
              <a:t> </a:t>
            </a:r>
            <a:r>
              <a:rPr sz="1200" spc="-20" dirty="0">
                <a:latin typeface="Tahoma"/>
                <a:cs typeface="Tahoma"/>
              </a:rPr>
              <a:t>represents</a:t>
            </a:r>
            <a:r>
              <a:rPr sz="1200" spc="-100" dirty="0">
                <a:latin typeface="Tahoma"/>
                <a:cs typeface="Tahoma"/>
              </a:rPr>
              <a:t> </a:t>
            </a:r>
            <a:r>
              <a:rPr sz="1200" spc="-20" dirty="0">
                <a:latin typeface="Tahoma"/>
                <a:cs typeface="Tahoma"/>
              </a:rPr>
              <a:t>the</a:t>
            </a:r>
            <a:r>
              <a:rPr sz="1200" spc="-100" dirty="0">
                <a:latin typeface="Tahoma"/>
                <a:cs typeface="Tahoma"/>
              </a:rPr>
              <a:t> </a:t>
            </a:r>
            <a:r>
              <a:rPr sz="1200" spc="-10" dirty="0">
                <a:latin typeface="Tahoma"/>
                <a:cs typeface="Tahoma"/>
              </a:rPr>
              <a:t>data</a:t>
            </a:r>
            <a:r>
              <a:rPr sz="1200" spc="-80" dirty="0">
                <a:latin typeface="Tahoma"/>
                <a:cs typeface="Tahoma"/>
              </a:rPr>
              <a:t> </a:t>
            </a:r>
            <a:r>
              <a:rPr sz="1200" spc="-25" dirty="0">
                <a:latin typeface="Tahoma"/>
                <a:cs typeface="Tahoma"/>
              </a:rPr>
              <a:t>movement</a:t>
            </a:r>
            <a:r>
              <a:rPr sz="1200" spc="-80" dirty="0">
                <a:latin typeface="Tahoma"/>
                <a:cs typeface="Tahoma"/>
              </a:rPr>
              <a:t> </a:t>
            </a:r>
            <a:r>
              <a:rPr sz="1200" spc="-25" dirty="0">
                <a:latin typeface="Tahoma"/>
                <a:cs typeface="Tahoma"/>
              </a:rPr>
              <a:t>between</a:t>
            </a:r>
            <a:r>
              <a:rPr sz="1200" spc="-80" dirty="0">
                <a:latin typeface="Tahoma"/>
                <a:cs typeface="Tahoma"/>
              </a:rPr>
              <a:t> </a:t>
            </a:r>
            <a:r>
              <a:rPr sz="1200" spc="-20" dirty="0">
                <a:latin typeface="Tahoma"/>
                <a:cs typeface="Tahoma"/>
              </a:rPr>
              <a:t>the</a:t>
            </a:r>
            <a:r>
              <a:rPr sz="1200" spc="-65" dirty="0">
                <a:latin typeface="Tahoma"/>
                <a:cs typeface="Tahoma"/>
              </a:rPr>
              <a:t> </a:t>
            </a:r>
            <a:r>
              <a:rPr sz="1200" i="1" spc="-10" dirty="0">
                <a:latin typeface="Trebuchet MS"/>
                <a:cs typeface="Trebuchet MS"/>
              </a:rPr>
              <a:t>User</a:t>
            </a:r>
            <a:r>
              <a:rPr sz="1200" spc="-10" dirty="0">
                <a:latin typeface="Tahoma"/>
                <a:cs typeface="Tahoma"/>
              </a:rPr>
              <a:t>,</a:t>
            </a:r>
            <a:r>
              <a:rPr sz="1200" spc="-85" dirty="0">
                <a:latin typeface="Tahoma"/>
                <a:cs typeface="Tahoma"/>
              </a:rPr>
              <a:t> </a:t>
            </a:r>
            <a:r>
              <a:rPr sz="1200" i="1" spc="-10" dirty="0">
                <a:latin typeface="Trebuchet MS"/>
                <a:cs typeface="Trebuchet MS"/>
              </a:rPr>
              <a:t>System</a:t>
            </a:r>
            <a:r>
              <a:rPr sz="1200" i="1" spc="-80" dirty="0">
                <a:latin typeface="Trebuchet MS"/>
                <a:cs typeface="Trebuchet MS"/>
              </a:rPr>
              <a:t> </a:t>
            </a:r>
            <a:r>
              <a:rPr sz="1200" i="1" spc="-25" dirty="0">
                <a:latin typeface="Trebuchet MS"/>
                <a:cs typeface="Trebuchet MS"/>
              </a:rPr>
              <a:t>Catalog</a:t>
            </a:r>
            <a:r>
              <a:rPr sz="1200" i="1" spc="-85" dirty="0">
                <a:latin typeface="Trebuchet MS"/>
                <a:cs typeface="Trebuchet MS"/>
              </a:rPr>
              <a:t> </a:t>
            </a:r>
            <a:r>
              <a:rPr sz="1200" i="1" spc="-10" dirty="0">
                <a:latin typeface="Trebuchet MS"/>
                <a:cs typeface="Trebuchet MS"/>
              </a:rPr>
              <a:t>Module</a:t>
            </a:r>
            <a:r>
              <a:rPr sz="1200" spc="-10" dirty="0">
                <a:latin typeface="Tahoma"/>
                <a:cs typeface="Tahoma"/>
              </a:rPr>
              <a:t>, </a:t>
            </a:r>
            <a:r>
              <a:rPr sz="1200" i="1" spc="-40" dirty="0">
                <a:latin typeface="Trebuchet MS"/>
                <a:cs typeface="Trebuchet MS"/>
              </a:rPr>
              <a:t>Approval</a:t>
            </a:r>
            <a:r>
              <a:rPr sz="1200" i="1" spc="-70" dirty="0">
                <a:latin typeface="Trebuchet MS"/>
                <a:cs typeface="Trebuchet MS"/>
              </a:rPr>
              <a:t> </a:t>
            </a:r>
            <a:r>
              <a:rPr sz="1200" i="1" spc="-65" dirty="0">
                <a:latin typeface="Trebuchet MS"/>
                <a:cs typeface="Trebuchet MS"/>
              </a:rPr>
              <a:t>Workffow</a:t>
            </a:r>
            <a:r>
              <a:rPr sz="1200" spc="-65" dirty="0">
                <a:latin typeface="Tahoma"/>
                <a:cs typeface="Tahoma"/>
              </a:rPr>
              <a:t>,</a:t>
            </a:r>
            <a:r>
              <a:rPr sz="1200" spc="-55" dirty="0">
                <a:latin typeface="Tahoma"/>
                <a:cs typeface="Tahoma"/>
              </a:rPr>
              <a:t> </a:t>
            </a:r>
            <a:r>
              <a:rPr sz="1200" i="1" spc="-10" dirty="0">
                <a:latin typeface="Trebuchet MS"/>
                <a:cs typeface="Trebuchet MS"/>
              </a:rPr>
              <a:t>Database</a:t>
            </a:r>
            <a:r>
              <a:rPr sz="1200" spc="-10" dirty="0">
                <a:latin typeface="Tahoma"/>
                <a:cs typeface="Tahoma"/>
              </a:rPr>
              <a:t>,</a:t>
            </a:r>
            <a:r>
              <a:rPr sz="1200" spc="-60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and</a:t>
            </a:r>
            <a:r>
              <a:rPr sz="1200" spc="-55" dirty="0">
                <a:latin typeface="Tahoma"/>
                <a:cs typeface="Tahoma"/>
              </a:rPr>
              <a:t> </a:t>
            </a:r>
            <a:r>
              <a:rPr sz="1200" i="1" spc="-50" dirty="0">
                <a:latin typeface="Trebuchet MS"/>
                <a:cs typeface="Trebuchet MS"/>
              </a:rPr>
              <a:t>Notification</a:t>
            </a:r>
            <a:r>
              <a:rPr sz="1200" i="1" spc="-65" dirty="0">
                <a:latin typeface="Trebuchet MS"/>
                <a:cs typeface="Trebuchet MS"/>
              </a:rPr>
              <a:t> </a:t>
            </a:r>
            <a:r>
              <a:rPr sz="1200" i="1" spc="-10" dirty="0">
                <a:latin typeface="Trebuchet MS"/>
                <a:cs typeface="Trebuchet MS"/>
              </a:rPr>
              <a:t>System</a:t>
            </a:r>
            <a:r>
              <a:rPr sz="1200" spc="-10" dirty="0">
                <a:latin typeface="Tahoma"/>
                <a:cs typeface="Tahoma"/>
              </a:rPr>
              <a:t>.</a:t>
            </a:r>
            <a:endParaRPr sz="120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060"/>
              </a:spcBef>
            </a:pPr>
            <a:r>
              <a:rPr sz="1200" b="1" spc="-30" dirty="0">
                <a:latin typeface="Trebuchet MS"/>
                <a:cs typeface="Trebuchet MS"/>
              </a:rPr>
              <a:t>Flow</a:t>
            </a:r>
            <a:r>
              <a:rPr sz="1200" b="1" spc="-85" dirty="0">
                <a:latin typeface="Trebuchet MS"/>
                <a:cs typeface="Trebuchet MS"/>
              </a:rPr>
              <a:t> </a:t>
            </a:r>
            <a:r>
              <a:rPr sz="1200" b="1" spc="-10" dirty="0">
                <a:latin typeface="Trebuchet MS"/>
                <a:cs typeface="Trebuchet MS"/>
              </a:rPr>
              <a:t>Steps:</a:t>
            </a:r>
            <a:endParaRPr sz="1200" dirty="0">
              <a:latin typeface="Trebuchet MS"/>
              <a:cs typeface="Trebuchet MS"/>
            </a:endParaRPr>
          </a:p>
          <a:p>
            <a:pPr marL="468630" indent="-227329">
              <a:lnSpc>
                <a:spcPct val="100000"/>
              </a:lnSpc>
              <a:spcBef>
                <a:spcPts val="1085"/>
              </a:spcBef>
              <a:buFont typeface="Tahoma"/>
              <a:buAutoNum type="arabicPeriod"/>
              <a:tabLst>
                <a:tab pos="468630" algn="l"/>
              </a:tabLst>
            </a:pPr>
            <a:r>
              <a:rPr sz="1200" b="1" spc="-20" dirty="0">
                <a:latin typeface="Trebuchet MS"/>
                <a:cs typeface="Trebuchet MS"/>
              </a:rPr>
              <a:t>Employee</a:t>
            </a:r>
            <a:r>
              <a:rPr sz="1200" b="1" spc="-55" dirty="0">
                <a:latin typeface="Trebuchet MS"/>
                <a:cs typeface="Trebuchet MS"/>
              </a:rPr>
              <a:t> </a:t>
            </a:r>
            <a:r>
              <a:rPr sz="1200" dirty="0">
                <a:latin typeface="Tahoma"/>
                <a:cs typeface="Tahoma"/>
              </a:rPr>
              <a:t>submits</a:t>
            </a:r>
            <a:r>
              <a:rPr sz="1200" spc="-90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laptop</a:t>
            </a:r>
            <a:r>
              <a:rPr sz="1200" spc="-80" dirty="0">
                <a:latin typeface="Tahoma"/>
                <a:cs typeface="Tahoma"/>
              </a:rPr>
              <a:t> </a:t>
            </a:r>
            <a:r>
              <a:rPr sz="1200" spc="-20" dirty="0">
                <a:latin typeface="Tahoma"/>
                <a:cs typeface="Tahoma"/>
              </a:rPr>
              <a:t>request</a:t>
            </a:r>
            <a:r>
              <a:rPr sz="1200" spc="-95" dirty="0">
                <a:latin typeface="Tahoma"/>
                <a:cs typeface="Tahoma"/>
              </a:rPr>
              <a:t> </a:t>
            </a:r>
            <a:r>
              <a:rPr sz="1200" spc="-25" dirty="0">
                <a:latin typeface="Tahoma"/>
                <a:cs typeface="Tahoma"/>
              </a:rPr>
              <a:t>via</a:t>
            </a:r>
            <a:r>
              <a:rPr sz="1200" spc="-95" dirty="0">
                <a:latin typeface="Tahoma"/>
                <a:cs typeface="Tahoma"/>
              </a:rPr>
              <a:t> </a:t>
            </a:r>
            <a:r>
              <a:rPr sz="1200" spc="-20" dirty="0">
                <a:latin typeface="Tahoma"/>
                <a:cs typeface="Tahoma"/>
              </a:rPr>
              <a:t>the</a:t>
            </a:r>
            <a:r>
              <a:rPr sz="1200" spc="-70" dirty="0">
                <a:latin typeface="Tahoma"/>
                <a:cs typeface="Tahoma"/>
              </a:rPr>
              <a:t> </a:t>
            </a:r>
            <a:r>
              <a:rPr sz="1200" b="1" spc="-10" dirty="0">
                <a:latin typeface="Trebuchet MS"/>
                <a:cs typeface="Trebuchet MS"/>
              </a:rPr>
              <a:t>Service</a:t>
            </a:r>
            <a:r>
              <a:rPr sz="1200" b="1" spc="-60" dirty="0">
                <a:latin typeface="Trebuchet MS"/>
                <a:cs typeface="Trebuchet MS"/>
              </a:rPr>
              <a:t> </a:t>
            </a:r>
            <a:r>
              <a:rPr sz="1200" b="1" dirty="0">
                <a:latin typeface="Trebuchet MS"/>
                <a:cs typeface="Trebuchet MS"/>
              </a:rPr>
              <a:t>Catalog</a:t>
            </a:r>
            <a:r>
              <a:rPr sz="1200" b="1" spc="-60" dirty="0">
                <a:latin typeface="Trebuchet MS"/>
                <a:cs typeface="Trebuchet MS"/>
              </a:rPr>
              <a:t> </a:t>
            </a:r>
            <a:r>
              <a:rPr sz="1200" b="1" spc="-10" dirty="0">
                <a:latin typeface="Trebuchet MS"/>
                <a:cs typeface="Trebuchet MS"/>
              </a:rPr>
              <a:t>Form</a:t>
            </a:r>
            <a:r>
              <a:rPr sz="1200" spc="-10" dirty="0">
                <a:latin typeface="Tahoma"/>
                <a:cs typeface="Tahoma"/>
              </a:rPr>
              <a:t>.</a:t>
            </a:r>
            <a:endParaRPr sz="1200" dirty="0">
              <a:latin typeface="Tahoma"/>
              <a:cs typeface="Tahoma"/>
            </a:endParaRPr>
          </a:p>
          <a:p>
            <a:pPr marL="468630" indent="-227329">
              <a:lnSpc>
                <a:spcPct val="100000"/>
              </a:lnSpc>
              <a:spcBef>
                <a:spcPts val="1035"/>
              </a:spcBef>
              <a:buAutoNum type="arabicPeriod"/>
              <a:tabLst>
                <a:tab pos="468630" algn="l"/>
              </a:tabLst>
            </a:pPr>
            <a:r>
              <a:rPr sz="1200" spc="-10" dirty="0">
                <a:latin typeface="Tahoma"/>
                <a:cs typeface="Tahoma"/>
              </a:rPr>
              <a:t>Request</a:t>
            </a:r>
            <a:r>
              <a:rPr sz="1200" spc="-100" dirty="0">
                <a:latin typeface="Tahoma"/>
                <a:cs typeface="Tahoma"/>
              </a:rPr>
              <a:t> </a:t>
            </a:r>
            <a:r>
              <a:rPr sz="1200" spc="-10" dirty="0">
                <a:latin typeface="Tahoma"/>
                <a:cs typeface="Tahoma"/>
              </a:rPr>
              <a:t>data</a:t>
            </a:r>
            <a:r>
              <a:rPr sz="1200" spc="-90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is</a:t>
            </a:r>
            <a:r>
              <a:rPr sz="1200" spc="-114" dirty="0">
                <a:latin typeface="Tahoma"/>
                <a:cs typeface="Tahoma"/>
              </a:rPr>
              <a:t> </a:t>
            </a:r>
            <a:r>
              <a:rPr sz="1200" spc="-10" dirty="0">
                <a:latin typeface="Tahoma"/>
                <a:cs typeface="Tahoma"/>
              </a:rPr>
              <a:t>validated</a:t>
            </a:r>
            <a:r>
              <a:rPr sz="1200" spc="-100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and</a:t>
            </a:r>
            <a:r>
              <a:rPr sz="1200" spc="-100" dirty="0">
                <a:latin typeface="Tahoma"/>
                <a:cs typeface="Tahoma"/>
              </a:rPr>
              <a:t> </a:t>
            </a:r>
            <a:r>
              <a:rPr sz="1200" spc="-10" dirty="0">
                <a:latin typeface="Tahoma"/>
                <a:cs typeface="Tahoma"/>
              </a:rPr>
              <a:t>sent</a:t>
            </a:r>
            <a:r>
              <a:rPr sz="1200" spc="-100" dirty="0">
                <a:latin typeface="Tahoma"/>
                <a:cs typeface="Tahoma"/>
              </a:rPr>
              <a:t> </a:t>
            </a:r>
            <a:r>
              <a:rPr sz="1200" spc="-20" dirty="0">
                <a:latin typeface="Tahoma"/>
                <a:cs typeface="Tahoma"/>
              </a:rPr>
              <a:t>to</a:t>
            </a:r>
            <a:r>
              <a:rPr sz="1200" spc="-114" dirty="0">
                <a:latin typeface="Tahoma"/>
                <a:cs typeface="Tahoma"/>
              </a:rPr>
              <a:t> </a:t>
            </a:r>
            <a:r>
              <a:rPr sz="1200" spc="-20" dirty="0">
                <a:latin typeface="Tahoma"/>
                <a:cs typeface="Tahoma"/>
              </a:rPr>
              <a:t>the</a:t>
            </a:r>
            <a:r>
              <a:rPr sz="1200" spc="-80" dirty="0">
                <a:latin typeface="Tahoma"/>
                <a:cs typeface="Tahoma"/>
              </a:rPr>
              <a:t> </a:t>
            </a:r>
            <a:r>
              <a:rPr sz="1200" b="1" spc="-25" dirty="0">
                <a:latin typeface="Trebuchet MS"/>
                <a:cs typeface="Trebuchet MS"/>
              </a:rPr>
              <a:t>Workflow</a:t>
            </a:r>
            <a:r>
              <a:rPr sz="1200" b="1" spc="-80" dirty="0">
                <a:latin typeface="Trebuchet MS"/>
                <a:cs typeface="Trebuchet MS"/>
              </a:rPr>
              <a:t> </a:t>
            </a:r>
            <a:r>
              <a:rPr sz="1200" b="1" spc="-10" dirty="0">
                <a:latin typeface="Trebuchet MS"/>
                <a:cs typeface="Trebuchet MS"/>
              </a:rPr>
              <a:t>Engine</a:t>
            </a:r>
            <a:r>
              <a:rPr sz="1200" spc="-10" dirty="0">
                <a:latin typeface="Tahoma"/>
                <a:cs typeface="Tahoma"/>
              </a:rPr>
              <a:t>.</a:t>
            </a:r>
            <a:endParaRPr sz="1200" dirty="0">
              <a:latin typeface="Tahoma"/>
              <a:cs typeface="Tahoma"/>
            </a:endParaRPr>
          </a:p>
          <a:p>
            <a:pPr marL="468630" indent="-227329">
              <a:lnSpc>
                <a:spcPct val="100000"/>
              </a:lnSpc>
              <a:spcBef>
                <a:spcPts val="1060"/>
              </a:spcBef>
              <a:buAutoNum type="arabicPeriod"/>
              <a:tabLst>
                <a:tab pos="468630" algn="l"/>
              </a:tabLst>
            </a:pPr>
            <a:r>
              <a:rPr sz="1200" spc="-65" dirty="0">
                <a:latin typeface="Tahoma"/>
                <a:cs typeface="Tahoma"/>
              </a:rPr>
              <a:t>The</a:t>
            </a:r>
            <a:r>
              <a:rPr sz="1200" spc="-105" dirty="0">
                <a:latin typeface="Tahoma"/>
                <a:cs typeface="Tahoma"/>
              </a:rPr>
              <a:t> </a:t>
            </a:r>
            <a:r>
              <a:rPr sz="1200" b="1" spc="-45" dirty="0">
                <a:latin typeface="Trebuchet MS"/>
                <a:cs typeface="Trebuchet MS"/>
              </a:rPr>
              <a:t>Approver</a:t>
            </a:r>
            <a:r>
              <a:rPr sz="1200" b="1" spc="-65" dirty="0">
                <a:latin typeface="Trebuchet MS"/>
                <a:cs typeface="Trebuchet MS"/>
              </a:rPr>
              <a:t> </a:t>
            </a:r>
            <a:r>
              <a:rPr sz="1200" spc="-20" dirty="0">
                <a:latin typeface="Tahoma"/>
                <a:cs typeface="Tahoma"/>
              </a:rPr>
              <a:t>reviews</a:t>
            </a:r>
            <a:r>
              <a:rPr sz="1200" spc="-10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and</a:t>
            </a:r>
            <a:r>
              <a:rPr sz="1200" spc="-90" dirty="0">
                <a:latin typeface="Tahoma"/>
                <a:cs typeface="Tahoma"/>
              </a:rPr>
              <a:t> </a:t>
            </a:r>
            <a:r>
              <a:rPr sz="1200" spc="-10" dirty="0">
                <a:latin typeface="Tahoma"/>
                <a:cs typeface="Tahoma"/>
              </a:rPr>
              <a:t>updates</a:t>
            </a:r>
            <a:r>
              <a:rPr sz="1200" spc="-105" dirty="0">
                <a:latin typeface="Tahoma"/>
                <a:cs typeface="Tahoma"/>
              </a:rPr>
              <a:t> </a:t>
            </a:r>
            <a:r>
              <a:rPr sz="1200" spc="-20" dirty="0">
                <a:latin typeface="Tahoma"/>
                <a:cs typeface="Tahoma"/>
              </a:rPr>
              <a:t>the</a:t>
            </a:r>
            <a:r>
              <a:rPr sz="1200" spc="-100" dirty="0">
                <a:latin typeface="Tahoma"/>
                <a:cs typeface="Tahoma"/>
              </a:rPr>
              <a:t> </a:t>
            </a:r>
            <a:r>
              <a:rPr sz="1200" spc="-20" dirty="0">
                <a:latin typeface="Tahoma"/>
                <a:cs typeface="Tahoma"/>
              </a:rPr>
              <a:t>request</a:t>
            </a:r>
            <a:r>
              <a:rPr sz="1200" spc="-85" dirty="0">
                <a:latin typeface="Tahoma"/>
                <a:cs typeface="Tahoma"/>
              </a:rPr>
              <a:t> </a:t>
            </a:r>
            <a:r>
              <a:rPr sz="1200" spc="-10" dirty="0">
                <a:latin typeface="Tahoma"/>
                <a:cs typeface="Tahoma"/>
              </a:rPr>
              <a:t>status.</a:t>
            </a:r>
            <a:endParaRPr sz="1200" dirty="0">
              <a:latin typeface="Tahoma"/>
              <a:cs typeface="Tahoma"/>
            </a:endParaRPr>
          </a:p>
          <a:p>
            <a:pPr marL="468630" indent="-227329">
              <a:lnSpc>
                <a:spcPct val="100000"/>
              </a:lnSpc>
              <a:spcBef>
                <a:spcPts val="1040"/>
              </a:spcBef>
              <a:buAutoNum type="arabicPeriod"/>
              <a:tabLst>
                <a:tab pos="468630" algn="l"/>
              </a:tabLst>
            </a:pPr>
            <a:r>
              <a:rPr sz="1200" spc="-30" dirty="0">
                <a:latin typeface="Tahoma"/>
                <a:cs typeface="Tahoma"/>
              </a:rPr>
              <a:t>Approved</a:t>
            </a:r>
            <a:r>
              <a:rPr sz="1200" spc="-95" dirty="0">
                <a:latin typeface="Tahoma"/>
                <a:cs typeface="Tahoma"/>
              </a:rPr>
              <a:t> </a:t>
            </a:r>
            <a:r>
              <a:rPr sz="1200" spc="-30" dirty="0">
                <a:latin typeface="Tahoma"/>
                <a:cs typeface="Tahoma"/>
              </a:rPr>
              <a:t>or</a:t>
            </a:r>
            <a:r>
              <a:rPr sz="1200" spc="-100" dirty="0">
                <a:latin typeface="Tahoma"/>
                <a:cs typeface="Tahoma"/>
              </a:rPr>
              <a:t> </a:t>
            </a:r>
            <a:r>
              <a:rPr sz="1200" spc="-20" dirty="0">
                <a:latin typeface="Tahoma"/>
                <a:cs typeface="Tahoma"/>
              </a:rPr>
              <a:t>rejected</a:t>
            </a:r>
            <a:r>
              <a:rPr sz="1200" spc="-95" dirty="0">
                <a:latin typeface="Tahoma"/>
                <a:cs typeface="Tahoma"/>
              </a:rPr>
              <a:t> </a:t>
            </a:r>
            <a:r>
              <a:rPr sz="1200" spc="-10" dirty="0">
                <a:latin typeface="Tahoma"/>
                <a:cs typeface="Tahoma"/>
              </a:rPr>
              <a:t>data</a:t>
            </a:r>
            <a:r>
              <a:rPr sz="1200" spc="-8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is</a:t>
            </a:r>
            <a:r>
              <a:rPr sz="1200" spc="-105" dirty="0">
                <a:latin typeface="Tahoma"/>
                <a:cs typeface="Tahoma"/>
              </a:rPr>
              <a:t> </a:t>
            </a:r>
            <a:r>
              <a:rPr sz="1200" spc="-10" dirty="0">
                <a:latin typeface="Tahoma"/>
                <a:cs typeface="Tahoma"/>
              </a:rPr>
              <a:t>stored</a:t>
            </a:r>
            <a:r>
              <a:rPr sz="1200" spc="-95" dirty="0">
                <a:latin typeface="Tahoma"/>
                <a:cs typeface="Tahoma"/>
              </a:rPr>
              <a:t> </a:t>
            </a:r>
            <a:r>
              <a:rPr sz="1200" spc="-10" dirty="0">
                <a:latin typeface="Tahoma"/>
                <a:cs typeface="Tahoma"/>
              </a:rPr>
              <a:t>in</a:t>
            </a:r>
            <a:r>
              <a:rPr sz="1200" spc="-110" dirty="0">
                <a:latin typeface="Tahoma"/>
                <a:cs typeface="Tahoma"/>
              </a:rPr>
              <a:t> </a:t>
            </a:r>
            <a:r>
              <a:rPr sz="1200" spc="-20" dirty="0">
                <a:latin typeface="Tahoma"/>
                <a:cs typeface="Tahoma"/>
              </a:rPr>
              <a:t>the</a:t>
            </a:r>
            <a:r>
              <a:rPr sz="1200" spc="-80" dirty="0">
                <a:latin typeface="Tahoma"/>
                <a:cs typeface="Tahoma"/>
              </a:rPr>
              <a:t> </a:t>
            </a:r>
            <a:r>
              <a:rPr sz="1200" b="1" spc="-10" dirty="0">
                <a:latin typeface="Trebuchet MS"/>
                <a:cs typeface="Trebuchet MS"/>
              </a:rPr>
              <a:t>Database</a:t>
            </a:r>
            <a:r>
              <a:rPr sz="1200" spc="-10" dirty="0">
                <a:latin typeface="Tahoma"/>
                <a:cs typeface="Tahoma"/>
              </a:rPr>
              <a:t>.</a:t>
            </a:r>
            <a:endParaRPr sz="1200" dirty="0">
              <a:latin typeface="Tahoma"/>
              <a:cs typeface="Tahoma"/>
            </a:endParaRPr>
          </a:p>
          <a:p>
            <a:pPr marL="468630" indent="-227329">
              <a:lnSpc>
                <a:spcPct val="100000"/>
              </a:lnSpc>
              <a:spcBef>
                <a:spcPts val="1060"/>
              </a:spcBef>
              <a:buAutoNum type="arabicPeriod"/>
              <a:tabLst>
                <a:tab pos="468630" algn="l"/>
              </a:tabLst>
            </a:pPr>
            <a:r>
              <a:rPr sz="1200" spc="-65" dirty="0">
                <a:latin typeface="Tahoma"/>
                <a:cs typeface="Tahoma"/>
              </a:rPr>
              <a:t>The</a:t>
            </a:r>
            <a:r>
              <a:rPr sz="1200" spc="-85" dirty="0">
                <a:latin typeface="Tahoma"/>
                <a:cs typeface="Tahoma"/>
              </a:rPr>
              <a:t> </a:t>
            </a:r>
            <a:r>
              <a:rPr sz="1200" b="1" spc="-20" dirty="0">
                <a:latin typeface="Trebuchet MS"/>
                <a:cs typeface="Trebuchet MS"/>
              </a:rPr>
              <a:t>Notification</a:t>
            </a:r>
            <a:r>
              <a:rPr sz="1200" b="1" spc="-85" dirty="0">
                <a:latin typeface="Trebuchet MS"/>
                <a:cs typeface="Trebuchet MS"/>
              </a:rPr>
              <a:t> </a:t>
            </a:r>
            <a:r>
              <a:rPr sz="1200" b="1" dirty="0">
                <a:latin typeface="Trebuchet MS"/>
                <a:cs typeface="Trebuchet MS"/>
              </a:rPr>
              <a:t>System</a:t>
            </a:r>
            <a:r>
              <a:rPr sz="1200" b="1" spc="-35" dirty="0">
                <a:latin typeface="Trebuchet MS"/>
                <a:cs typeface="Trebuchet MS"/>
              </a:rPr>
              <a:t> </a:t>
            </a:r>
            <a:r>
              <a:rPr sz="1200" dirty="0">
                <a:latin typeface="Tahoma"/>
                <a:cs typeface="Tahoma"/>
              </a:rPr>
              <a:t>sends</a:t>
            </a:r>
            <a:r>
              <a:rPr sz="1200" spc="-85" dirty="0">
                <a:latin typeface="Tahoma"/>
                <a:cs typeface="Tahoma"/>
              </a:rPr>
              <a:t> </a:t>
            </a:r>
            <a:r>
              <a:rPr sz="1200" spc="-10" dirty="0">
                <a:latin typeface="Tahoma"/>
                <a:cs typeface="Tahoma"/>
              </a:rPr>
              <a:t>confirmation</a:t>
            </a:r>
            <a:r>
              <a:rPr sz="1200" spc="-8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emails</a:t>
            </a:r>
            <a:r>
              <a:rPr sz="1200" spc="-85" dirty="0">
                <a:latin typeface="Tahoma"/>
                <a:cs typeface="Tahoma"/>
              </a:rPr>
              <a:t> </a:t>
            </a:r>
            <a:r>
              <a:rPr sz="1200" spc="-20" dirty="0">
                <a:latin typeface="Tahoma"/>
                <a:cs typeface="Tahoma"/>
              </a:rPr>
              <a:t>to</a:t>
            </a:r>
            <a:r>
              <a:rPr sz="1200" spc="-90" dirty="0">
                <a:latin typeface="Tahoma"/>
                <a:cs typeface="Tahoma"/>
              </a:rPr>
              <a:t> </a:t>
            </a:r>
            <a:r>
              <a:rPr sz="1200" spc="-20" dirty="0">
                <a:latin typeface="Tahoma"/>
                <a:cs typeface="Tahoma"/>
              </a:rPr>
              <a:t>the</a:t>
            </a:r>
            <a:r>
              <a:rPr sz="1200" spc="-80" dirty="0">
                <a:latin typeface="Tahoma"/>
                <a:cs typeface="Tahoma"/>
              </a:rPr>
              <a:t> </a:t>
            </a:r>
            <a:r>
              <a:rPr sz="1200" spc="-10" dirty="0">
                <a:latin typeface="Tahoma"/>
                <a:cs typeface="Tahoma"/>
              </a:rPr>
              <a:t>employee.</a:t>
            </a:r>
            <a:endParaRPr sz="1200" dirty="0">
              <a:latin typeface="Tahoma"/>
              <a:cs typeface="Tahoma"/>
            </a:endParaRPr>
          </a:p>
          <a:p>
            <a:pPr marL="468630" indent="-227329">
              <a:lnSpc>
                <a:spcPct val="100000"/>
              </a:lnSpc>
              <a:spcBef>
                <a:spcPts val="1060"/>
              </a:spcBef>
              <a:buFont typeface="Tahoma"/>
              <a:buAutoNum type="arabicPeriod"/>
              <a:tabLst>
                <a:tab pos="468630" algn="l"/>
              </a:tabLst>
            </a:pPr>
            <a:r>
              <a:rPr sz="1200" b="1" spc="-25" dirty="0">
                <a:latin typeface="Trebuchet MS"/>
                <a:cs typeface="Trebuchet MS"/>
              </a:rPr>
              <a:t>Admin</a:t>
            </a:r>
            <a:r>
              <a:rPr sz="1200" b="1" spc="-70" dirty="0">
                <a:latin typeface="Trebuchet MS"/>
                <a:cs typeface="Trebuchet MS"/>
              </a:rPr>
              <a:t> </a:t>
            </a:r>
            <a:r>
              <a:rPr sz="1200" spc="-10" dirty="0">
                <a:latin typeface="Tahoma"/>
                <a:cs typeface="Tahoma"/>
              </a:rPr>
              <a:t>monitors</a:t>
            </a:r>
            <a:r>
              <a:rPr sz="1200" spc="-110" dirty="0">
                <a:latin typeface="Tahoma"/>
                <a:cs typeface="Tahoma"/>
              </a:rPr>
              <a:t> </a:t>
            </a:r>
            <a:r>
              <a:rPr sz="1200" spc="-35" dirty="0">
                <a:latin typeface="Tahoma"/>
                <a:cs typeface="Tahoma"/>
              </a:rPr>
              <a:t>through</a:t>
            </a:r>
            <a:r>
              <a:rPr sz="1200" spc="-110" dirty="0">
                <a:latin typeface="Tahoma"/>
                <a:cs typeface="Tahoma"/>
              </a:rPr>
              <a:t> </a:t>
            </a:r>
            <a:r>
              <a:rPr sz="1200" spc="-20" dirty="0">
                <a:latin typeface="Tahoma"/>
                <a:cs typeface="Tahoma"/>
              </a:rPr>
              <a:t>the</a:t>
            </a:r>
            <a:r>
              <a:rPr sz="1200" spc="-110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audit</a:t>
            </a:r>
            <a:r>
              <a:rPr sz="1200" spc="-90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and</a:t>
            </a:r>
            <a:r>
              <a:rPr sz="1200" spc="-125" dirty="0">
                <a:latin typeface="Tahoma"/>
                <a:cs typeface="Tahoma"/>
              </a:rPr>
              <a:t> </a:t>
            </a:r>
            <a:r>
              <a:rPr sz="1200" spc="-25" dirty="0">
                <a:latin typeface="Tahoma"/>
                <a:cs typeface="Tahoma"/>
              </a:rPr>
              <a:t>tracking</a:t>
            </a:r>
            <a:r>
              <a:rPr sz="1200" spc="-105" dirty="0">
                <a:latin typeface="Tahoma"/>
                <a:cs typeface="Tahoma"/>
              </a:rPr>
              <a:t> </a:t>
            </a:r>
            <a:r>
              <a:rPr sz="1200" spc="-10" dirty="0">
                <a:latin typeface="Tahoma"/>
                <a:cs typeface="Tahoma"/>
              </a:rPr>
              <a:t>module.</a:t>
            </a:r>
            <a:endParaRPr sz="1200" dirty="0">
              <a:latin typeface="Tahoma"/>
              <a:cs typeface="Tahoma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57910" y="4764832"/>
            <a:ext cx="5040679" cy="3629869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3684651" y="9991183"/>
            <a:ext cx="190500" cy="211454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1200" spc="-25" dirty="0">
                <a:latin typeface="Tahoma"/>
                <a:cs typeface="Tahoma"/>
              </a:rPr>
              <a:t>30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9" name="object 5">
            <a:extLst>
              <a:ext uri="{FF2B5EF4-FFF2-40B4-BE49-F238E27FC236}">
                <a16:creationId xmlns="" xmlns:a16="http://schemas.microsoft.com/office/drawing/2014/main" id="{E7CA9494-81DA-7171-60B9-7C5AD0A16BDE}"/>
              </a:ext>
            </a:extLst>
          </p:cNvPr>
          <p:cNvSpPr txBox="1"/>
          <p:nvPr/>
        </p:nvSpPr>
        <p:spPr>
          <a:xfrm>
            <a:off x="902017" y="858522"/>
            <a:ext cx="2525395" cy="5257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225">
              <a:lnSpc>
                <a:spcPct val="100000"/>
              </a:lnSpc>
              <a:spcBef>
                <a:spcPts val="100"/>
              </a:spcBef>
            </a:pPr>
            <a:r>
              <a:rPr sz="1200" b="1" spc="-80" dirty="0">
                <a:latin typeface="Trebuchet MS"/>
                <a:cs typeface="Trebuchet MS"/>
              </a:rPr>
              <a:t>2.</a:t>
            </a:r>
            <a:r>
              <a:rPr sz="1200" b="1" spc="-105" dirty="0">
                <a:latin typeface="Trebuchet MS"/>
                <a:cs typeface="Trebuchet MS"/>
              </a:rPr>
              <a:t> </a:t>
            </a:r>
            <a:r>
              <a:rPr sz="1200" b="1" dirty="0">
                <a:latin typeface="Trebuchet MS"/>
                <a:cs typeface="Trebuchet MS"/>
              </a:rPr>
              <a:t>Data</a:t>
            </a:r>
            <a:r>
              <a:rPr sz="1200" b="1" spc="-105" dirty="0">
                <a:latin typeface="Trebuchet MS"/>
                <a:cs typeface="Trebuchet MS"/>
              </a:rPr>
              <a:t> </a:t>
            </a:r>
            <a:r>
              <a:rPr sz="1200" b="1" spc="-30" dirty="0">
                <a:latin typeface="Trebuchet MS"/>
                <a:cs typeface="Trebuchet MS"/>
              </a:rPr>
              <a:t>Flow</a:t>
            </a:r>
            <a:r>
              <a:rPr sz="1200" b="1" spc="-80" dirty="0">
                <a:latin typeface="Trebuchet MS"/>
                <a:cs typeface="Trebuchet MS"/>
              </a:rPr>
              <a:t> </a:t>
            </a:r>
            <a:r>
              <a:rPr sz="1200" b="1" spc="-10" dirty="0">
                <a:latin typeface="Trebuchet MS"/>
                <a:cs typeface="Trebuchet MS"/>
              </a:rPr>
              <a:t>Diagram</a:t>
            </a:r>
            <a:r>
              <a:rPr sz="1200" b="1" spc="-85" dirty="0">
                <a:latin typeface="Trebuchet MS"/>
                <a:cs typeface="Trebuchet MS"/>
              </a:rPr>
              <a:t> </a:t>
            </a:r>
            <a:r>
              <a:rPr sz="1200" b="1" spc="-10" dirty="0">
                <a:latin typeface="Trebuchet MS"/>
                <a:cs typeface="Trebuchet MS"/>
              </a:rPr>
              <a:t>(DFD</a:t>
            </a:r>
            <a:r>
              <a:rPr sz="1200" b="1" spc="-65" dirty="0">
                <a:latin typeface="Trebuchet MS"/>
                <a:cs typeface="Trebuchet MS"/>
              </a:rPr>
              <a:t> </a:t>
            </a:r>
            <a:r>
              <a:rPr sz="1200" b="1" spc="110" dirty="0">
                <a:latin typeface="Trebuchet MS"/>
                <a:cs typeface="Trebuchet MS"/>
              </a:rPr>
              <a:t>–</a:t>
            </a:r>
            <a:r>
              <a:rPr sz="1200" b="1" spc="-120" dirty="0">
                <a:latin typeface="Trebuchet MS"/>
                <a:cs typeface="Trebuchet MS"/>
              </a:rPr>
              <a:t> </a:t>
            </a:r>
            <a:r>
              <a:rPr sz="1200" b="1" spc="-35" dirty="0">
                <a:latin typeface="Trebuchet MS"/>
                <a:cs typeface="Trebuchet MS"/>
              </a:rPr>
              <a:t>Level</a:t>
            </a:r>
            <a:r>
              <a:rPr sz="1200" b="1" spc="-125" dirty="0">
                <a:latin typeface="Trebuchet MS"/>
                <a:cs typeface="Trebuchet MS"/>
              </a:rPr>
              <a:t> </a:t>
            </a:r>
            <a:r>
              <a:rPr sz="1200" b="1" spc="-25" dirty="0">
                <a:latin typeface="Trebuchet MS"/>
                <a:cs typeface="Trebuchet MS"/>
              </a:rPr>
              <a:t>1)</a:t>
            </a:r>
            <a:endParaRPr sz="120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060"/>
              </a:spcBef>
            </a:pPr>
            <a:r>
              <a:rPr sz="1200" b="1" spc="-10" dirty="0">
                <a:latin typeface="Trebuchet MS"/>
                <a:cs typeface="Trebuchet MS"/>
              </a:rPr>
              <a:t>Description:</a:t>
            </a:r>
            <a:endParaRPr sz="1200" dirty="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0885287"/>
              </p:ext>
            </p:extLst>
          </p:nvPr>
        </p:nvGraphicFramePr>
        <p:xfrm>
          <a:off x="936942" y="1989266"/>
          <a:ext cx="5704840" cy="31369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5951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94691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259842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</a:tblGrid>
              <a:tr h="628650">
                <a:tc>
                  <a:txBody>
                    <a:bodyPr/>
                    <a:lstStyle/>
                    <a:p>
                      <a:pPr marL="2222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200" b="1" spc="-10" dirty="0">
                          <a:latin typeface="Trebuchet MS"/>
                          <a:cs typeface="Trebuchet MS"/>
                        </a:rPr>
                        <a:t>Frontend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254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857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200" dirty="0">
                          <a:latin typeface="Tahoma"/>
                          <a:cs typeface="Tahoma"/>
                        </a:rPr>
                        <a:t>ServiceNow</a:t>
                      </a:r>
                      <a:r>
                        <a:rPr sz="1200" spc="-8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200" spc="-10" dirty="0">
                          <a:latin typeface="Tahoma"/>
                          <a:cs typeface="Tahoma"/>
                        </a:rPr>
                        <a:t>Service</a:t>
                      </a:r>
                      <a:r>
                        <a:rPr sz="1200" spc="-10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200" spc="-10" dirty="0">
                          <a:latin typeface="Tahoma"/>
                          <a:cs typeface="Tahoma"/>
                        </a:rPr>
                        <a:t>Portal</a:t>
                      </a:r>
                      <a:endParaRPr sz="1200">
                        <a:latin typeface="Tahoma"/>
                        <a:cs typeface="Tahoma"/>
                      </a:endParaRPr>
                    </a:p>
                  </a:txBody>
                  <a:tcPr marL="0" marR="0" marT="254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 marR="264795">
                        <a:lnSpc>
                          <a:spcPct val="109400"/>
                        </a:lnSpc>
                        <a:spcBef>
                          <a:spcPts val="65"/>
                        </a:spcBef>
                      </a:pPr>
                      <a:r>
                        <a:rPr sz="1200" spc="-30" dirty="0">
                          <a:latin typeface="Tahoma"/>
                          <a:cs typeface="Tahoma"/>
                        </a:rPr>
                        <a:t>Interface</a:t>
                      </a:r>
                      <a:r>
                        <a:rPr sz="1200" spc="-114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200" spc="-30" dirty="0">
                          <a:latin typeface="Tahoma"/>
                          <a:cs typeface="Tahoma"/>
                        </a:rPr>
                        <a:t>for</a:t>
                      </a:r>
                      <a:r>
                        <a:rPr sz="1200" spc="-1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200" dirty="0">
                          <a:latin typeface="Tahoma"/>
                          <a:cs typeface="Tahoma"/>
                        </a:rPr>
                        <a:t>users</a:t>
                      </a:r>
                      <a:r>
                        <a:rPr sz="1200" spc="-1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200" spc="-20" dirty="0">
                          <a:latin typeface="Tahoma"/>
                          <a:cs typeface="Tahoma"/>
                        </a:rPr>
                        <a:t>to</a:t>
                      </a:r>
                      <a:r>
                        <a:rPr sz="1200" spc="-12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200" dirty="0">
                          <a:latin typeface="Tahoma"/>
                          <a:cs typeface="Tahoma"/>
                        </a:rPr>
                        <a:t>submit</a:t>
                      </a:r>
                      <a:r>
                        <a:rPr sz="1200" spc="-9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200" spc="-10" dirty="0">
                          <a:latin typeface="Tahoma"/>
                          <a:cs typeface="Tahoma"/>
                        </a:rPr>
                        <a:t>laptop requests</a:t>
                      </a:r>
                      <a:endParaRPr sz="1200">
                        <a:latin typeface="Tahoma"/>
                        <a:cs typeface="Tahoma"/>
                      </a:endParaRPr>
                    </a:p>
                  </a:txBody>
                  <a:tcPr marL="0" marR="0" marT="82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625475">
                <a:tc>
                  <a:txBody>
                    <a:bodyPr/>
                    <a:lstStyle/>
                    <a:p>
                      <a:pPr marL="2222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200" b="1" spc="-10" dirty="0">
                          <a:latin typeface="Trebuchet MS"/>
                          <a:cs typeface="Trebuchet MS"/>
                        </a:rPr>
                        <a:t>Backend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254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8575" marR="110489">
                        <a:lnSpc>
                          <a:spcPct val="109400"/>
                        </a:lnSpc>
                        <a:spcBef>
                          <a:spcPts val="65"/>
                        </a:spcBef>
                      </a:pPr>
                      <a:r>
                        <a:rPr sz="1200" dirty="0">
                          <a:latin typeface="Tahoma"/>
                          <a:cs typeface="Tahoma"/>
                        </a:rPr>
                        <a:t>ServiceNow</a:t>
                      </a:r>
                      <a:r>
                        <a:rPr sz="1200" spc="-8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200" spc="-20" dirty="0">
                          <a:latin typeface="Tahoma"/>
                          <a:cs typeface="Tahoma"/>
                        </a:rPr>
                        <a:t>Platform</a:t>
                      </a:r>
                      <a:r>
                        <a:rPr sz="1200" spc="-9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200" spc="-10" dirty="0">
                          <a:latin typeface="Tahoma"/>
                          <a:cs typeface="Tahoma"/>
                        </a:rPr>
                        <a:t>(Glide System)</a:t>
                      </a:r>
                      <a:endParaRPr sz="1200">
                        <a:latin typeface="Tahoma"/>
                        <a:cs typeface="Tahoma"/>
                      </a:endParaRPr>
                    </a:p>
                  </a:txBody>
                  <a:tcPr marL="0" marR="0" marT="82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 marR="30480">
                        <a:lnSpc>
                          <a:spcPct val="109400"/>
                        </a:lnSpc>
                        <a:spcBef>
                          <a:spcPts val="65"/>
                        </a:spcBef>
                      </a:pPr>
                      <a:r>
                        <a:rPr sz="1200" dirty="0">
                          <a:latin typeface="Tahoma"/>
                          <a:cs typeface="Tahoma"/>
                        </a:rPr>
                        <a:t>Handles</a:t>
                      </a:r>
                      <a:r>
                        <a:rPr sz="1200" spc="75" dirty="0">
                          <a:latin typeface="Tahoma"/>
                          <a:cs typeface="Tahoma"/>
                        </a:rPr>
                        <a:t>  </a:t>
                      </a:r>
                      <a:r>
                        <a:rPr sz="1200" dirty="0">
                          <a:latin typeface="Tahoma"/>
                          <a:cs typeface="Tahoma"/>
                        </a:rPr>
                        <a:t>business</a:t>
                      </a:r>
                      <a:r>
                        <a:rPr sz="1200" spc="80" dirty="0">
                          <a:latin typeface="Tahoma"/>
                          <a:cs typeface="Tahoma"/>
                        </a:rPr>
                        <a:t>  </a:t>
                      </a:r>
                      <a:r>
                        <a:rPr sz="1200" dirty="0">
                          <a:latin typeface="Tahoma"/>
                          <a:cs typeface="Tahoma"/>
                        </a:rPr>
                        <a:t>logic,</a:t>
                      </a:r>
                      <a:r>
                        <a:rPr sz="1200" spc="90" dirty="0">
                          <a:latin typeface="Tahoma"/>
                          <a:cs typeface="Tahoma"/>
                        </a:rPr>
                        <a:t>  </a:t>
                      </a:r>
                      <a:r>
                        <a:rPr sz="1200" spc="-10" dirty="0">
                          <a:latin typeface="Tahoma"/>
                          <a:cs typeface="Tahoma"/>
                        </a:rPr>
                        <a:t>workflows, </a:t>
                      </a:r>
                      <a:r>
                        <a:rPr sz="1200" dirty="0">
                          <a:latin typeface="Tahoma"/>
                          <a:cs typeface="Tahoma"/>
                        </a:rPr>
                        <a:t>and</a:t>
                      </a:r>
                      <a:r>
                        <a:rPr sz="1200" spc="-12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200" spc="-10" dirty="0">
                          <a:latin typeface="Tahoma"/>
                          <a:cs typeface="Tahoma"/>
                        </a:rPr>
                        <a:t>automation</a:t>
                      </a:r>
                      <a:endParaRPr sz="1200">
                        <a:latin typeface="Tahoma"/>
                        <a:cs typeface="Tahoma"/>
                      </a:endParaRPr>
                    </a:p>
                  </a:txBody>
                  <a:tcPr marL="0" marR="0" marT="82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pPr marL="2222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200" b="1" spc="-10" dirty="0">
                          <a:latin typeface="Trebuchet MS"/>
                          <a:cs typeface="Trebuchet MS"/>
                        </a:rPr>
                        <a:t>Database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254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857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200" dirty="0">
                          <a:latin typeface="Tahoma"/>
                          <a:cs typeface="Tahoma"/>
                        </a:rPr>
                        <a:t>ServiceNow</a:t>
                      </a:r>
                      <a:r>
                        <a:rPr sz="1200" spc="-1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200" spc="-10" dirty="0">
                          <a:latin typeface="Tahoma"/>
                          <a:cs typeface="Tahoma"/>
                        </a:rPr>
                        <a:t>Data</a:t>
                      </a:r>
                      <a:r>
                        <a:rPr sz="1200" spc="-10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200" spc="-10" dirty="0">
                          <a:latin typeface="Tahoma"/>
                          <a:cs typeface="Tahoma"/>
                        </a:rPr>
                        <a:t>Tables</a:t>
                      </a:r>
                      <a:endParaRPr sz="1200">
                        <a:latin typeface="Tahoma"/>
                        <a:cs typeface="Tahoma"/>
                      </a:endParaRPr>
                    </a:p>
                  </a:txBody>
                  <a:tcPr marL="0" marR="0" marT="254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 marR="402590">
                        <a:lnSpc>
                          <a:spcPct val="109400"/>
                        </a:lnSpc>
                        <a:spcBef>
                          <a:spcPts val="65"/>
                        </a:spcBef>
                      </a:pPr>
                      <a:r>
                        <a:rPr sz="1200" spc="-20" dirty="0">
                          <a:latin typeface="Tahoma"/>
                          <a:cs typeface="Tahoma"/>
                        </a:rPr>
                        <a:t>Store</a:t>
                      </a:r>
                      <a:r>
                        <a:rPr sz="1200" spc="-10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200" spc="-20" dirty="0">
                          <a:latin typeface="Tahoma"/>
                          <a:cs typeface="Tahoma"/>
                        </a:rPr>
                        <a:t>request,</a:t>
                      </a:r>
                      <a:r>
                        <a:rPr sz="1200" spc="-9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200" spc="-40" dirty="0">
                          <a:latin typeface="Tahoma"/>
                          <a:cs typeface="Tahoma"/>
                        </a:rPr>
                        <a:t>user,</a:t>
                      </a:r>
                      <a:r>
                        <a:rPr sz="1200" spc="-9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200" dirty="0">
                          <a:latin typeface="Tahoma"/>
                          <a:cs typeface="Tahoma"/>
                        </a:rPr>
                        <a:t>and</a:t>
                      </a:r>
                      <a:r>
                        <a:rPr sz="1200" spc="-9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200" spc="-10" dirty="0">
                          <a:latin typeface="Tahoma"/>
                          <a:cs typeface="Tahoma"/>
                        </a:rPr>
                        <a:t>approval records</a:t>
                      </a:r>
                      <a:endParaRPr sz="1200">
                        <a:latin typeface="Tahoma"/>
                        <a:cs typeface="Tahoma"/>
                      </a:endParaRPr>
                    </a:p>
                  </a:txBody>
                  <a:tcPr marL="0" marR="0" marT="82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pPr marL="22225" marR="314960">
                        <a:lnSpc>
                          <a:spcPct val="109400"/>
                        </a:lnSpc>
                        <a:spcBef>
                          <a:spcPts val="65"/>
                        </a:spcBef>
                      </a:pPr>
                      <a:r>
                        <a:rPr sz="1200" b="1" spc="-25" dirty="0">
                          <a:latin typeface="Trebuchet MS"/>
                          <a:cs typeface="Trebuchet MS"/>
                        </a:rPr>
                        <a:t>Automation </a:t>
                      </a:r>
                      <a:r>
                        <a:rPr sz="1200" b="1" spc="-10" dirty="0">
                          <a:latin typeface="Trebuchet MS"/>
                          <a:cs typeface="Trebuchet MS"/>
                        </a:rPr>
                        <a:t>Tools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82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8575" marR="254635">
                        <a:lnSpc>
                          <a:spcPct val="109400"/>
                        </a:lnSpc>
                        <a:spcBef>
                          <a:spcPts val="65"/>
                        </a:spcBef>
                      </a:pPr>
                      <a:r>
                        <a:rPr sz="1200" spc="-10" dirty="0">
                          <a:latin typeface="Tahoma"/>
                          <a:cs typeface="Tahoma"/>
                        </a:rPr>
                        <a:t>Flow</a:t>
                      </a:r>
                      <a:r>
                        <a:rPr sz="1200" spc="-8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200" spc="-30" dirty="0">
                          <a:latin typeface="Tahoma"/>
                          <a:cs typeface="Tahoma"/>
                        </a:rPr>
                        <a:t>Designer</a:t>
                      </a:r>
                      <a:r>
                        <a:rPr sz="1200" spc="-7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200" spc="-65" dirty="0">
                          <a:latin typeface="Tahoma"/>
                          <a:cs typeface="Tahoma"/>
                        </a:rPr>
                        <a:t>/</a:t>
                      </a:r>
                      <a:r>
                        <a:rPr sz="1200" spc="-10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200" spc="-10" dirty="0">
                          <a:latin typeface="Tahoma"/>
                          <a:cs typeface="Tahoma"/>
                        </a:rPr>
                        <a:t>Workflow Editor</a:t>
                      </a:r>
                      <a:endParaRPr sz="1200">
                        <a:latin typeface="Tahoma"/>
                        <a:cs typeface="Tahoma"/>
                      </a:endParaRPr>
                    </a:p>
                  </a:txBody>
                  <a:tcPr marL="0" marR="0" marT="82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200" spc="-10" dirty="0">
                          <a:latin typeface="Tahoma"/>
                          <a:cs typeface="Tahoma"/>
                        </a:rPr>
                        <a:t>Automates</a:t>
                      </a:r>
                      <a:r>
                        <a:rPr sz="1200" spc="-12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200" spc="-10" dirty="0">
                          <a:latin typeface="Tahoma"/>
                          <a:cs typeface="Tahoma"/>
                        </a:rPr>
                        <a:t>approval</a:t>
                      </a:r>
                      <a:r>
                        <a:rPr sz="1200" spc="-12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200" dirty="0">
                          <a:latin typeface="Tahoma"/>
                          <a:cs typeface="Tahoma"/>
                        </a:rPr>
                        <a:t>and</a:t>
                      </a:r>
                      <a:r>
                        <a:rPr sz="1200" spc="-1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200" spc="-10" dirty="0">
                          <a:latin typeface="Tahoma"/>
                          <a:cs typeface="Tahoma"/>
                        </a:rPr>
                        <a:t>fulfillment</a:t>
                      </a:r>
                      <a:endParaRPr sz="1200">
                        <a:latin typeface="Tahoma"/>
                        <a:cs typeface="Tahoma"/>
                      </a:endParaRPr>
                    </a:p>
                  </a:txBody>
                  <a:tcPr marL="0" marR="0" marT="254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625475">
                <a:tc>
                  <a:txBody>
                    <a:bodyPr/>
                    <a:lstStyle/>
                    <a:p>
                      <a:pPr marL="2222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200" b="1" spc="-10" dirty="0">
                          <a:latin typeface="Trebuchet MS"/>
                          <a:cs typeface="Trebuchet MS"/>
                        </a:rPr>
                        <a:t>Scripting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254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8575" marR="59690">
                        <a:lnSpc>
                          <a:spcPct val="109600"/>
                        </a:lnSpc>
                        <a:spcBef>
                          <a:spcPts val="60"/>
                        </a:spcBef>
                      </a:pPr>
                      <a:r>
                        <a:rPr sz="1200" spc="-20" dirty="0">
                          <a:latin typeface="Tahoma"/>
                          <a:cs typeface="Tahoma"/>
                        </a:rPr>
                        <a:t>JavaScript</a:t>
                      </a:r>
                      <a:r>
                        <a:rPr sz="1200" spc="-5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200" spc="-20" dirty="0">
                          <a:latin typeface="Tahoma"/>
                          <a:cs typeface="Tahoma"/>
                        </a:rPr>
                        <a:t>(Client</a:t>
                      </a:r>
                      <a:r>
                        <a:rPr sz="1200" spc="-5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200" dirty="0">
                          <a:latin typeface="Tahoma"/>
                          <a:cs typeface="Tahoma"/>
                        </a:rPr>
                        <a:t>Scripts,</a:t>
                      </a:r>
                      <a:r>
                        <a:rPr sz="1200" spc="-6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200" spc="-25" dirty="0">
                          <a:latin typeface="Tahoma"/>
                          <a:cs typeface="Tahoma"/>
                        </a:rPr>
                        <a:t>UI </a:t>
                      </a:r>
                      <a:r>
                        <a:rPr sz="1200" spc="-10" dirty="0">
                          <a:latin typeface="Tahoma"/>
                          <a:cs typeface="Tahoma"/>
                        </a:rPr>
                        <a:t>Policies)</a:t>
                      </a:r>
                      <a:endParaRPr sz="1200">
                        <a:latin typeface="Tahoma"/>
                        <a:cs typeface="Tahoma"/>
                      </a:endParaRPr>
                    </a:p>
                  </a:txBody>
                  <a:tcPr marL="0" marR="0" marT="762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200" dirty="0">
                          <a:latin typeface="Tahoma"/>
                          <a:cs typeface="Tahoma"/>
                        </a:rPr>
                        <a:t>Controls</a:t>
                      </a:r>
                      <a:r>
                        <a:rPr sz="1200" spc="-9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200" spc="-20" dirty="0">
                          <a:latin typeface="Tahoma"/>
                          <a:cs typeface="Tahoma"/>
                        </a:rPr>
                        <a:t>form</a:t>
                      </a:r>
                      <a:r>
                        <a:rPr sz="1200" spc="-9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200" spc="-25" dirty="0">
                          <a:latin typeface="Tahoma"/>
                          <a:cs typeface="Tahoma"/>
                        </a:rPr>
                        <a:t>behavior</a:t>
                      </a:r>
                      <a:r>
                        <a:rPr sz="1200" spc="-8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200" dirty="0">
                          <a:latin typeface="Tahoma"/>
                          <a:cs typeface="Tahoma"/>
                        </a:rPr>
                        <a:t>and</a:t>
                      </a:r>
                      <a:r>
                        <a:rPr sz="1200" spc="-8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200" spc="-10" dirty="0">
                          <a:latin typeface="Tahoma"/>
                          <a:cs typeface="Tahoma"/>
                        </a:rPr>
                        <a:t>validation</a:t>
                      </a:r>
                      <a:endParaRPr sz="1200" dirty="0">
                        <a:latin typeface="Tahoma"/>
                        <a:cs typeface="Tahoma"/>
                      </a:endParaRPr>
                    </a:p>
                  </a:txBody>
                  <a:tcPr marL="0" marR="0" marT="254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4159299"/>
              </p:ext>
            </p:extLst>
          </p:nvPr>
        </p:nvGraphicFramePr>
        <p:xfrm>
          <a:off x="936942" y="5567234"/>
          <a:ext cx="5704840" cy="16592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5951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94691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259842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2222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200" b="1" spc="-10" dirty="0">
                          <a:latin typeface="Trebuchet MS"/>
                          <a:cs typeface="Trebuchet MS"/>
                        </a:rPr>
                        <a:t>Layer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254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857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200" b="1" spc="-35" dirty="0">
                          <a:latin typeface="Trebuchet MS"/>
                          <a:cs typeface="Trebuchet MS"/>
                        </a:rPr>
                        <a:t>Technology</a:t>
                      </a:r>
                      <a:r>
                        <a:rPr sz="1200" b="1" spc="-9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200" b="1" dirty="0">
                          <a:latin typeface="Trebuchet MS"/>
                          <a:cs typeface="Trebuchet MS"/>
                        </a:rPr>
                        <a:t>/</a:t>
                      </a:r>
                      <a:r>
                        <a:rPr sz="1200" b="1" spc="-6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200" b="1" spc="-20" dirty="0">
                          <a:latin typeface="Trebuchet MS"/>
                          <a:cs typeface="Trebuchet MS"/>
                        </a:rPr>
                        <a:t>Tool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254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200" b="1" spc="-10" dirty="0">
                          <a:latin typeface="Trebuchet MS"/>
                          <a:cs typeface="Trebuchet MS"/>
                        </a:rPr>
                        <a:t>Purpose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254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pPr marL="2222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200" b="1" spc="-10" dirty="0">
                          <a:latin typeface="Trebuchet MS"/>
                          <a:cs typeface="Trebuchet MS"/>
                        </a:rPr>
                        <a:t>Notifications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254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8575" marR="7620">
                        <a:lnSpc>
                          <a:spcPct val="111100"/>
                        </a:lnSpc>
                        <a:spcBef>
                          <a:spcPts val="40"/>
                        </a:spcBef>
                        <a:tabLst>
                          <a:tab pos="1558290" algn="l"/>
                        </a:tabLst>
                      </a:pPr>
                      <a:r>
                        <a:rPr sz="1200" spc="-10" dirty="0">
                          <a:latin typeface="Tahoma"/>
                          <a:cs typeface="Tahoma"/>
                        </a:rPr>
                        <a:t>ServiceNow</a:t>
                      </a:r>
                      <a:r>
                        <a:rPr sz="1200" dirty="0">
                          <a:latin typeface="Tahoma"/>
                          <a:cs typeface="Tahoma"/>
                        </a:rPr>
                        <a:t>	</a:t>
                      </a:r>
                      <a:r>
                        <a:rPr sz="1200" spc="-20" dirty="0">
                          <a:latin typeface="Tahoma"/>
                          <a:cs typeface="Tahoma"/>
                        </a:rPr>
                        <a:t>Email </a:t>
                      </a:r>
                      <a:r>
                        <a:rPr sz="1200" dirty="0">
                          <a:latin typeface="Tahoma"/>
                          <a:cs typeface="Tahoma"/>
                        </a:rPr>
                        <a:t>Notification</a:t>
                      </a:r>
                      <a:r>
                        <a:rPr sz="1200" spc="-10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200" spc="-10" dirty="0">
                          <a:latin typeface="Tahoma"/>
                          <a:cs typeface="Tahoma"/>
                        </a:rPr>
                        <a:t>Engine</a:t>
                      </a:r>
                      <a:endParaRPr sz="1200">
                        <a:latin typeface="Tahoma"/>
                        <a:cs typeface="Tahoma"/>
                      </a:endParaRPr>
                    </a:p>
                  </a:txBody>
                  <a:tcPr marL="0" marR="0" marT="50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 marR="545465">
                        <a:lnSpc>
                          <a:spcPct val="111100"/>
                        </a:lnSpc>
                        <a:spcBef>
                          <a:spcPts val="40"/>
                        </a:spcBef>
                      </a:pPr>
                      <a:r>
                        <a:rPr sz="1200" dirty="0">
                          <a:latin typeface="Tahoma"/>
                          <a:cs typeface="Tahoma"/>
                        </a:rPr>
                        <a:t>Sends</a:t>
                      </a:r>
                      <a:r>
                        <a:rPr sz="1200" spc="-114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200" spc="-10" dirty="0">
                          <a:latin typeface="Tahoma"/>
                          <a:cs typeface="Tahoma"/>
                        </a:rPr>
                        <a:t>automated</a:t>
                      </a:r>
                      <a:r>
                        <a:rPr sz="1200" spc="-10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200" dirty="0">
                          <a:latin typeface="Tahoma"/>
                          <a:cs typeface="Tahoma"/>
                        </a:rPr>
                        <a:t>messages</a:t>
                      </a:r>
                      <a:r>
                        <a:rPr sz="1200" spc="-114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200" spc="-25" dirty="0">
                          <a:latin typeface="Tahoma"/>
                          <a:cs typeface="Tahoma"/>
                        </a:rPr>
                        <a:t>to </a:t>
                      </a:r>
                      <a:r>
                        <a:rPr sz="1200" spc="-10" dirty="0">
                          <a:latin typeface="Tahoma"/>
                          <a:cs typeface="Tahoma"/>
                        </a:rPr>
                        <a:t>stakeholders</a:t>
                      </a:r>
                      <a:endParaRPr sz="1200">
                        <a:latin typeface="Tahoma"/>
                        <a:cs typeface="Tahoma"/>
                      </a:endParaRPr>
                    </a:p>
                  </a:txBody>
                  <a:tcPr marL="0" marR="0" marT="50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pPr marL="2222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200" b="1" spc="-10" dirty="0">
                          <a:latin typeface="Trebuchet MS"/>
                          <a:cs typeface="Trebuchet MS"/>
                        </a:rPr>
                        <a:t>Deployment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254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857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200" dirty="0">
                          <a:latin typeface="Tahoma"/>
                          <a:cs typeface="Tahoma"/>
                        </a:rPr>
                        <a:t>Update</a:t>
                      </a:r>
                      <a:r>
                        <a:rPr sz="1200" spc="-13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200" spc="-20" dirty="0">
                          <a:latin typeface="Tahoma"/>
                          <a:cs typeface="Tahoma"/>
                        </a:rPr>
                        <a:t>Sets</a:t>
                      </a:r>
                      <a:endParaRPr sz="1200">
                        <a:latin typeface="Tahoma"/>
                        <a:cs typeface="Tahoma"/>
                      </a:endParaRPr>
                    </a:p>
                  </a:txBody>
                  <a:tcPr marL="0" marR="0" marT="254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200" spc="-10" dirty="0">
                          <a:latin typeface="Tahoma"/>
                          <a:cs typeface="Tahoma"/>
                        </a:rPr>
                        <a:t>Package</a:t>
                      </a:r>
                      <a:r>
                        <a:rPr sz="1200" spc="-1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200" dirty="0">
                          <a:latin typeface="Tahoma"/>
                          <a:cs typeface="Tahoma"/>
                        </a:rPr>
                        <a:t>and</a:t>
                      </a:r>
                      <a:r>
                        <a:rPr sz="1200" spc="-10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200" spc="-35" dirty="0">
                          <a:latin typeface="Tahoma"/>
                          <a:cs typeface="Tahoma"/>
                        </a:rPr>
                        <a:t>migrate</a:t>
                      </a:r>
                      <a:r>
                        <a:rPr sz="1200" spc="-1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200" spc="-10" dirty="0">
                          <a:latin typeface="Tahoma"/>
                          <a:cs typeface="Tahoma"/>
                        </a:rPr>
                        <a:t>configurations</a:t>
                      </a:r>
                      <a:endParaRPr sz="1200">
                        <a:latin typeface="Tahoma"/>
                        <a:cs typeface="Tahoma"/>
                      </a:endParaRPr>
                    </a:p>
                  </a:txBody>
                  <a:tcPr marL="0" marR="0" marT="254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marL="2222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200" b="1" spc="-10" dirty="0">
                          <a:latin typeface="Trebuchet MS"/>
                          <a:cs typeface="Trebuchet MS"/>
                        </a:rPr>
                        <a:t>Tracking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254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857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200" spc="-10" dirty="0">
                          <a:latin typeface="Tahoma"/>
                          <a:cs typeface="Tahoma"/>
                        </a:rPr>
                        <a:t>Audit</a:t>
                      </a:r>
                      <a:r>
                        <a:rPr sz="1200" spc="-10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200" spc="-30" dirty="0">
                          <a:latin typeface="Tahoma"/>
                          <a:cs typeface="Tahoma"/>
                        </a:rPr>
                        <a:t>Logs</a:t>
                      </a:r>
                      <a:r>
                        <a:rPr sz="1200" spc="-114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200" dirty="0">
                          <a:latin typeface="Tahoma"/>
                          <a:cs typeface="Tahoma"/>
                        </a:rPr>
                        <a:t>C</a:t>
                      </a:r>
                      <a:r>
                        <a:rPr sz="1200" spc="-10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200" spc="-10" dirty="0">
                          <a:latin typeface="Tahoma"/>
                          <a:cs typeface="Tahoma"/>
                        </a:rPr>
                        <a:t>Change</a:t>
                      </a:r>
                      <a:r>
                        <a:rPr sz="1200" spc="-114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200" spc="-10" dirty="0">
                          <a:latin typeface="Tahoma"/>
                          <a:cs typeface="Tahoma"/>
                        </a:rPr>
                        <a:t>History</a:t>
                      </a:r>
                      <a:endParaRPr sz="1200">
                        <a:latin typeface="Tahoma"/>
                        <a:cs typeface="Tahoma"/>
                      </a:endParaRPr>
                    </a:p>
                  </a:txBody>
                  <a:tcPr marL="0" marR="0" marT="254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200" spc="-10" dirty="0">
                          <a:latin typeface="Tahoma"/>
                          <a:cs typeface="Tahoma"/>
                        </a:rPr>
                        <a:t>Ensures</a:t>
                      </a:r>
                      <a:r>
                        <a:rPr sz="1200" spc="-9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200" spc="-20" dirty="0">
                          <a:latin typeface="Tahoma"/>
                          <a:cs typeface="Tahoma"/>
                        </a:rPr>
                        <a:t>transparency</a:t>
                      </a:r>
                      <a:r>
                        <a:rPr sz="1200" spc="-8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200" dirty="0">
                          <a:latin typeface="Tahoma"/>
                          <a:cs typeface="Tahoma"/>
                        </a:rPr>
                        <a:t>and</a:t>
                      </a:r>
                      <a:r>
                        <a:rPr sz="1200" spc="-8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200" spc="-10" dirty="0">
                          <a:latin typeface="Tahoma"/>
                          <a:cs typeface="Tahoma"/>
                        </a:rPr>
                        <a:t>compliance</a:t>
                      </a:r>
                      <a:endParaRPr sz="1200" dirty="0">
                        <a:latin typeface="Tahoma"/>
                        <a:cs typeface="Tahoma"/>
                      </a:endParaRPr>
                    </a:p>
                  </a:txBody>
                  <a:tcPr marL="0" marR="0" marT="254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object 4"/>
          <p:cNvSpPr/>
          <p:nvPr/>
        </p:nvSpPr>
        <p:spPr>
          <a:xfrm>
            <a:off x="304800" y="304799"/>
            <a:ext cx="6956425" cy="10090150"/>
          </a:xfrm>
          <a:custGeom>
            <a:avLst/>
            <a:gdLst/>
            <a:ahLst/>
            <a:cxnLst/>
            <a:rect l="l" t="t" r="r" b="b"/>
            <a:pathLst>
              <a:path w="6956425" h="10090150">
                <a:moveTo>
                  <a:pt x="6956044" y="0"/>
                </a:moveTo>
                <a:lnTo>
                  <a:pt x="6946900" y="0"/>
                </a:lnTo>
                <a:lnTo>
                  <a:pt x="6946900" y="9144"/>
                </a:lnTo>
                <a:lnTo>
                  <a:pt x="6946900" y="10080625"/>
                </a:lnTo>
                <a:lnTo>
                  <a:pt x="9144" y="10080625"/>
                </a:lnTo>
                <a:lnTo>
                  <a:pt x="9144" y="9144"/>
                </a:lnTo>
                <a:lnTo>
                  <a:pt x="6946900" y="9144"/>
                </a:lnTo>
                <a:lnTo>
                  <a:pt x="6946900" y="0"/>
                </a:lnTo>
                <a:lnTo>
                  <a:pt x="9144" y="0"/>
                </a:lnTo>
                <a:lnTo>
                  <a:pt x="6350" y="0"/>
                </a:lnTo>
                <a:lnTo>
                  <a:pt x="0" y="0"/>
                </a:lnTo>
                <a:lnTo>
                  <a:pt x="0" y="6350"/>
                </a:lnTo>
                <a:lnTo>
                  <a:pt x="0" y="9144"/>
                </a:lnTo>
                <a:lnTo>
                  <a:pt x="0" y="10080625"/>
                </a:lnTo>
                <a:lnTo>
                  <a:pt x="0" y="10089769"/>
                </a:lnTo>
                <a:lnTo>
                  <a:pt x="6350" y="10089769"/>
                </a:lnTo>
                <a:lnTo>
                  <a:pt x="9144" y="10089769"/>
                </a:lnTo>
                <a:lnTo>
                  <a:pt x="6946900" y="10089769"/>
                </a:lnTo>
                <a:lnTo>
                  <a:pt x="6956044" y="10089769"/>
                </a:lnTo>
                <a:lnTo>
                  <a:pt x="6956044" y="10080625"/>
                </a:lnTo>
                <a:lnTo>
                  <a:pt x="6956044" y="9144"/>
                </a:lnTo>
                <a:lnTo>
                  <a:pt x="6956044" y="6350"/>
                </a:lnTo>
                <a:lnTo>
                  <a:pt x="695604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684651" y="9991183"/>
            <a:ext cx="190500" cy="187872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12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31</a:t>
            </a:r>
            <a:endParaRPr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object 5">
            <a:extLst>
              <a:ext uri="{FF2B5EF4-FFF2-40B4-BE49-F238E27FC236}">
                <a16:creationId xmlns="" xmlns:a16="http://schemas.microsoft.com/office/drawing/2014/main" id="{BD73C44D-798B-359D-1E1C-3A781226A0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7750693"/>
              </p:ext>
            </p:extLst>
          </p:nvPr>
        </p:nvGraphicFramePr>
        <p:xfrm>
          <a:off x="925830" y="1548198"/>
          <a:ext cx="5704840" cy="4127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5951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94691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259842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</a:tblGrid>
              <a:tr h="412750">
                <a:tc>
                  <a:txBody>
                    <a:bodyPr/>
                    <a:lstStyle/>
                    <a:p>
                      <a:pPr marL="2222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200" b="1" spc="-10" dirty="0">
                          <a:latin typeface="Trebuchet MS"/>
                          <a:cs typeface="Trebuchet MS"/>
                        </a:rPr>
                        <a:t>Layer</a:t>
                      </a:r>
                      <a:endParaRPr sz="1200" dirty="0">
                        <a:latin typeface="Trebuchet MS"/>
                        <a:cs typeface="Trebuchet MS"/>
                      </a:endParaRPr>
                    </a:p>
                  </a:txBody>
                  <a:tcPr marL="0" marR="0" marT="254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857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200" b="1" spc="-35" dirty="0">
                          <a:latin typeface="Trebuchet MS"/>
                          <a:cs typeface="Trebuchet MS"/>
                        </a:rPr>
                        <a:t>Technology</a:t>
                      </a:r>
                      <a:r>
                        <a:rPr sz="1200" b="1" spc="-9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200" b="1" dirty="0">
                          <a:latin typeface="Trebuchet MS"/>
                          <a:cs typeface="Trebuchet MS"/>
                        </a:rPr>
                        <a:t>/</a:t>
                      </a:r>
                      <a:r>
                        <a:rPr sz="1200" b="1" spc="-6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200" b="1" spc="-20" dirty="0">
                          <a:latin typeface="Trebuchet MS"/>
                          <a:cs typeface="Trebuchet MS"/>
                        </a:rPr>
                        <a:t>Tool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254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200" b="1" spc="-10" dirty="0">
                          <a:latin typeface="Trebuchet MS"/>
                          <a:cs typeface="Trebuchet MS"/>
                        </a:rPr>
                        <a:t>Purpose</a:t>
                      </a:r>
                      <a:endParaRPr sz="1200" dirty="0">
                        <a:latin typeface="Trebuchet MS"/>
                        <a:cs typeface="Trebuchet MS"/>
                      </a:endParaRPr>
                    </a:p>
                  </a:txBody>
                  <a:tcPr marL="0" marR="0" marT="254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" name="object 4">
            <a:extLst>
              <a:ext uri="{FF2B5EF4-FFF2-40B4-BE49-F238E27FC236}">
                <a16:creationId xmlns="" xmlns:a16="http://schemas.microsoft.com/office/drawing/2014/main" id="{A7711519-35E1-F6C1-B665-FA537D024C58}"/>
              </a:ext>
            </a:extLst>
          </p:cNvPr>
          <p:cNvSpPr txBox="1"/>
          <p:nvPr/>
        </p:nvSpPr>
        <p:spPr>
          <a:xfrm>
            <a:off x="950912" y="1086810"/>
            <a:ext cx="139192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</a:t>
            </a:r>
            <a:r>
              <a:rPr sz="1200" b="1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b="1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Technology</a:t>
            </a:r>
            <a:r>
              <a:rPr sz="1200" b="1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b="1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Stack</a:t>
            </a:r>
            <a:endParaRPr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4800" y="304799"/>
            <a:ext cx="6956425" cy="9525"/>
          </a:xfrm>
          <a:custGeom>
            <a:avLst/>
            <a:gdLst/>
            <a:ahLst/>
            <a:cxnLst/>
            <a:rect l="l" t="t" r="r" b="b"/>
            <a:pathLst>
              <a:path w="6956425" h="9525">
                <a:moveTo>
                  <a:pt x="6956044" y="0"/>
                </a:moveTo>
                <a:lnTo>
                  <a:pt x="6946900" y="0"/>
                </a:lnTo>
                <a:lnTo>
                  <a:pt x="9144" y="0"/>
                </a:lnTo>
                <a:lnTo>
                  <a:pt x="6350" y="0"/>
                </a:lnTo>
                <a:lnTo>
                  <a:pt x="0" y="0"/>
                </a:lnTo>
                <a:lnTo>
                  <a:pt x="0" y="9144"/>
                </a:lnTo>
                <a:lnTo>
                  <a:pt x="6350" y="9144"/>
                </a:lnTo>
                <a:lnTo>
                  <a:pt x="9144" y="9144"/>
                </a:lnTo>
                <a:lnTo>
                  <a:pt x="6946900" y="9144"/>
                </a:lnTo>
                <a:lnTo>
                  <a:pt x="6956044" y="9144"/>
                </a:lnTo>
                <a:lnTo>
                  <a:pt x="695604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04800" y="311149"/>
            <a:ext cx="6956425" cy="10083800"/>
          </a:xfrm>
          <a:custGeom>
            <a:avLst/>
            <a:gdLst/>
            <a:ahLst/>
            <a:cxnLst/>
            <a:rect l="l" t="t" r="r" b="b"/>
            <a:pathLst>
              <a:path w="6956425" h="10083800">
                <a:moveTo>
                  <a:pt x="6956044" y="0"/>
                </a:moveTo>
                <a:lnTo>
                  <a:pt x="6946900" y="0"/>
                </a:lnTo>
                <a:lnTo>
                  <a:pt x="6946900" y="10074275"/>
                </a:lnTo>
                <a:lnTo>
                  <a:pt x="9144" y="10074275"/>
                </a:lnTo>
                <a:lnTo>
                  <a:pt x="9144" y="0"/>
                </a:lnTo>
                <a:lnTo>
                  <a:pt x="0" y="0"/>
                </a:lnTo>
                <a:lnTo>
                  <a:pt x="0" y="10074275"/>
                </a:lnTo>
                <a:lnTo>
                  <a:pt x="0" y="10083419"/>
                </a:lnTo>
                <a:lnTo>
                  <a:pt x="6350" y="10083419"/>
                </a:lnTo>
                <a:lnTo>
                  <a:pt x="9144" y="10083419"/>
                </a:lnTo>
                <a:lnTo>
                  <a:pt x="6946900" y="10083419"/>
                </a:lnTo>
                <a:lnTo>
                  <a:pt x="6956044" y="10083419"/>
                </a:lnTo>
                <a:lnTo>
                  <a:pt x="6956044" y="10074275"/>
                </a:lnTo>
                <a:lnTo>
                  <a:pt x="695604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892492" y="809688"/>
            <a:ext cx="5772150" cy="8539645"/>
          </a:xfrm>
          <a:prstGeom prst="rect">
            <a:avLst/>
          </a:prstGeom>
        </p:spPr>
        <p:txBody>
          <a:bodyPr vert="horz" wrap="square" lIns="0" tIns="130175" rIns="0" bIns="0" rtlCol="0">
            <a:spAutoFit/>
          </a:bodyPr>
          <a:lstStyle/>
          <a:p>
            <a:pPr marL="1270" algn="ctr">
              <a:lnSpc>
                <a:spcPct val="100000"/>
              </a:lnSpc>
              <a:spcBef>
                <a:spcPts val="1025"/>
              </a:spcBef>
            </a:pPr>
            <a:r>
              <a:rPr sz="1100" b="1" spc="-30" dirty="0">
                <a:latin typeface="Times New Roman"/>
                <a:cs typeface="Times New Roman"/>
              </a:rPr>
              <a:t>GENERATIVE</a:t>
            </a:r>
            <a:r>
              <a:rPr sz="1100" b="1" spc="-5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AI</a:t>
            </a:r>
            <a:r>
              <a:rPr sz="1100" b="1" spc="15" dirty="0">
                <a:latin typeface="Times New Roman"/>
                <a:cs typeface="Times New Roman"/>
              </a:rPr>
              <a:t> </a:t>
            </a:r>
            <a:r>
              <a:rPr sz="1100" b="1" spc="-10" dirty="0">
                <a:latin typeface="Times New Roman"/>
                <a:cs typeface="Times New Roman"/>
              </a:rPr>
              <a:t>IN</a:t>
            </a:r>
            <a:r>
              <a:rPr sz="1100" b="1" spc="-80" dirty="0">
                <a:latin typeface="Times New Roman"/>
                <a:cs typeface="Times New Roman"/>
              </a:rPr>
              <a:t> </a:t>
            </a:r>
            <a:r>
              <a:rPr sz="1100" b="1" spc="-10" dirty="0">
                <a:latin typeface="Times New Roman"/>
                <a:cs typeface="Times New Roman"/>
              </a:rPr>
              <a:t>ACTION</a:t>
            </a:r>
            <a:endParaRPr sz="1100" dirty="0">
              <a:latin typeface="Times New Roman"/>
              <a:cs typeface="Times New Roman"/>
            </a:endParaRPr>
          </a:p>
          <a:p>
            <a:pPr marL="28575" marR="5080" indent="22225" algn="just">
              <a:lnSpc>
                <a:spcPct val="108000"/>
              </a:lnSpc>
              <a:spcBef>
                <a:spcPts val="680"/>
              </a:spcBef>
            </a:pPr>
            <a:r>
              <a:rPr sz="1100" spc="-10" dirty="0">
                <a:latin typeface="Times New Roman"/>
                <a:cs typeface="Times New Roman"/>
              </a:rPr>
              <a:t>Artificial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intelligence</a:t>
            </a:r>
            <a:r>
              <a:rPr sz="1100" spc="-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has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evolved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through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numerous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phases,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yet</a:t>
            </a:r>
            <a:r>
              <a:rPr sz="1100" spc="-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it</a:t>
            </a:r>
            <a:r>
              <a:rPr sz="1100" spc="-4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remains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both</a:t>
            </a:r>
            <a:r>
              <a:rPr sz="1100" spc="-10" dirty="0">
                <a:latin typeface="Times New Roman"/>
                <a:cs typeface="Times New Roman"/>
              </a:rPr>
              <a:t> intriguing</a:t>
            </a:r>
            <a:r>
              <a:rPr sz="1100" spc="-40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and </a:t>
            </a:r>
            <a:r>
              <a:rPr sz="1100" dirty="0">
                <a:latin typeface="Times New Roman"/>
                <a:cs typeface="Times New Roman"/>
              </a:rPr>
              <a:t>inspiring</a:t>
            </a:r>
            <a:r>
              <a:rPr sz="1100" spc="1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1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witness</a:t>
            </a:r>
            <a:r>
              <a:rPr sz="1100" spc="1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machines</a:t>
            </a:r>
            <a:r>
              <a:rPr sz="1100" spc="1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become</a:t>
            </a:r>
            <a:r>
              <a:rPr sz="1100" spc="1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increasingly</a:t>
            </a:r>
            <a:r>
              <a:rPr sz="1100" spc="1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capable</a:t>
            </a:r>
            <a:r>
              <a:rPr sz="1100" spc="1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1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crafting</a:t>
            </a:r>
            <a:r>
              <a:rPr sz="1100" spc="1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poetry,</a:t>
            </a:r>
            <a:r>
              <a:rPr sz="1100" spc="1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humor,</a:t>
            </a:r>
            <a:r>
              <a:rPr sz="1100" spc="135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and </a:t>
            </a:r>
            <a:r>
              <a:rPr sz="1100" dirty="0">
                <a:latin typeface="Times New Roman"/>
                <a:cs typeface="Times New Roman"/>
              </a:rPr>
              <a:t>responses</a:t>
            </a:r>
            <a:r>
              <a:rPr sz="1100" spc="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that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uncannily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mimic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human</a:t>
            </a:r>
            <a:r>
              <a:rPr sz="1100" spc="9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creativity.</a:t>
            </a:r>
            <a:r>
              <a:rPr sz="1100" spc="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You’ll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learn</a:t>
            </a:r>
            <a:r>
              <a:rPr sz="1100" spc="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about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10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history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AI,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how </a:t>
            </a:r>
            <a:r>
              <a:rPr sz="1100" dirty="0">
                <a:latin typeface="Times New Roman"/>
                <a:cs typeface="Times New Roman"/>
              </a:rPr>
              <a:t>deep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learning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plays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pivotal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role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generative</a:t>
            </a:r>
            <a:r>
              <a:rPr sz="1100" spc="-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AI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(“gen</a:t>
            </a:r>
            <a:r>
              <a:rPr sz="1100" spc="-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AI”),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how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gen-AI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works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is </a:t>
            </a:r>
            <a:r>
              <a:rPr sz="1100" dirty="0">
                <a:latin typeface="Times New Roman"/>
                <a:cs typeface="Times New Roman"/>
              </a:rPr>
              <a:t>applied</a:t>
            </a:r>
            <a:r>
              <a:rPr sz="1100" spc="2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2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various</a:t>
            </a:r>
            <a:r>
              <a:rPr sz="1100" spc="2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industries.</a:t>
            </a:r>
            <a:r>
              <a:rPr sz="1100" spc="2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Throughout</a:t>
            </a:r>
            <a:r>
              <a:rPr sz="1100" spc="229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this</a:t>
            </a:r>
            <a:r>
              <a:rPr sz="1100" spc="2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course,</a:t>
            </a:r>
            <a:r>
              <a:rPr sz="1100" spc="2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you</a:t>
            </a:r>
            <a:r>
              <a:rPr sz="1100" spc="2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will</a:t>
            </a:r>
            <a:r>
              <a:rPr sz="1100" spc="229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also</a:t>
            </a:r>
            <a:r>
              <a:rPr sz="1100" spc="2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learn</a:t>
            </a:r>
            <a:r>
              <a:rPr sz="1100" spc="2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how</a:t>
            </a:r>
            <a:r>
              <a:rPr sz="1100" spc="2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23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create algorithms,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gain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hands-</a:t>
            </a:r>
            <a:r>
              <a:rPr sz="1100" dirty="0">
                <a:latin typeface="Times New Roman"/>
                <a:cs typeface="Times New Roman"/>
              </a:rPr>
              <a:t>on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experience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writing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code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using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popular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programming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languages.</a:t>
            </a:r>
            <a:endParaRPr sz="11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20"/>
              </a:spcBef>
            </a:pPr>
            <a:endParaRPr sz="1100" dirty="0">
              <a:latin typeface="Times New Roman"/>
              <a:cs typeface="Times New Roman"/>
            </a:endParaRPr>
          </a:p>
          <a:p>
            <a:pPr marL="28575" marR="10160" indent="-6350" algn="just">
              <a:lnSpc>
                <a:spcPct val="107600"/>
              </a:lnSpc>
            </a:pPr>
            <a:r>
              <a:rPr sz="1100" dirty="0">
                <a:latin typeface="Times New Roman"/>
                <a:cs typeface="Times New Roman"/>
              </a:rPr>
              <a:t>Completed</a:t>
            </a:r>
            <a:r>
              <a:rPr sz="1100" spc="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10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following</a:t>
            </a:r>
            <a:r>
              <a:rPr sz="1100" spc="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required</a:t>
            </a:r>
            <a:r>
              <a:rPr sz="1100" spc="11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modules</a:t>
            </a:r>
            <a:r>
              <a:rPr sz="1100" spc="1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earn</a:t>
            </a:r>
            <a:r>
              <a:rPr sz="1100" spc="11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</a:t>
            </a:r>
            <a:r>
              <a:rPr sz="1100" spc="9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industry-</a:t>
            </a:r>
            <a:r>
              <a:rPr sz="1100" dirty="0">
                <a:latin typeface="Times New Roman"/>
                <a:cs typeface="Times New Roman"/>
              </a:rPr>
              <a:t>recognized</a:t>
            </a:r>
            <a:r>
              <a:rPr sz="1100" spc="11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IBM</a:t>
            </a:r>
            <a:r>
              <a:rPr sz="1100" spc="10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SkillsBuild </a:t>
            </a:r>
            <a:r>
              <a:rPr sz="1100" dirty="0">
                <a:latin typeface="Times New Roman"/>
                <a:cs typeface="Times New Roman"/>
              </a:rPr>
              <a:t>digital</a:t>
            </a:r>
            <a:r>
              <a:rPr sz="1100" spc="-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credential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called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b="1" spc="-10" dirty="0">
                <a:latin typeface="Times New Roman"/>
                <a:cs typeface="Times New Roman"/>
              </a:rPr>
              <a:t>Generative</a:t>
            </a:r>
            <a:r>
              <a:rPr sz="1100" b="1" spc="-8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AI</a:t>
            </a:r>
            <a:r>
              <a:rPr sz="1100" b="1" spc="-20" dirty="0">
                <a:latin typeface="Times New Roman"/>
                <a:cs typeface="Times New Roman"/>
              </a:rPr>
              <a:t> </a:t>
            </a:r>
            <a:r>
              <a:rPr sz="1100" b="1" spc="-10" dirty="0">
                <a:latin typeface="Times New Roman"/>
                <a:cs typeface="Times New Roman"/>
              </a:rPr>
              <a:t>in</a:t>
            </a:r>
            <a:r>
              <a:rPr sz="1100" b="1" spc="-70" dirty="0">
                <a:latin typeface="Times New Roman"/>
                <a:cs typeface="Times New Roman"/>
              </a:rPr>
              <a:t> </a:t>
            </a:r>
            <a:r>
              <a:rPr sz="1100" b="1" spc="-10" dirty="0">
                <a:latin typeface="Times New Roman"/>
                <a:cs typeface="Times New Roman"/>
              </a:rPr>
              <a:t>Action:</a:t>
            </a:r>
            <a:endParaRPr sz="1100" dirty="0">
              <a:latin typeface="Times New Roman"/>
              <a:cs typeface="Times New Roman"/>
            </a:endParaRPr>
          </a:p>
          <a:p>
            <a:pPr marL="469900" indent="-228600">
              <a:lnSpc>
                <a:spcPct val="100000"/>
              </a:lnSpc>
              <a:spcBef>
                <a:spcPts val="985"/>
              </a:spcBef>
              <a:buAutoNum type="arabicPeriod"/>
              <a:tabLst>
                <a:tab pos="469900" algn="l"/>
              </a:tabLst>
            </a:pPr>
            <a:r>
              <a:rPr sz="1100" dirty="0">
                <a:latin typeface="Times New Roman"/>
                <a:cs typeface="Times New Roman"/>
              </a:rPr>
              <a:t>Introduction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Generative</a:t>
            </a:r>
            <a:r>
              <a:rPr sz="1100" spc="-65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AI</a:t>
            </a:r>
            <a:endParaRPr sz="1100" dirty="0">
              <a:latin typeface="Times New Roman"/>
              <a:cs typeface="Times New Roman"/>
            </a:endParaRPr>
          </a:p>
          <a:p>
            <a:pPr marL="469900" indent="-228600">
              <a:lnSpc>
                <a:spcPct val="100000"/>
              </a:lnSpc>
              <a:spcBef>
                <a:spcPts val="1010"/>
              </a:spcBef>
              <a:buAutoNum type="arabicPeriod"/>
              <a:tabLst>
                <a:tab pos="469900" algn="l"/>
              </a:tabLst>
            </a:pPr>
            <a:r>
              <a:rPr sz="1100" dirty="0">
                <a:latin typeface="Times New Roman"/>
                <a:cs typeface="Times New Roman"/>
              </a:rPr>
              <a:t>Crafting</a:t>
            </a:r>
            <a:r>
              <a:rPr sz="1100" spc="-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Precision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Prompts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with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Generative</a:t>
            </a:r>
            <a:r>
              <a:rPr sz="1100" spc="-85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AI</a:t>
            </a:r>
            <a:endParaRPr sz="1100" dirty="0">
              <a:latin typeface="Times New Roman"/>
              <a:cs typeface="Times New Roman"/>
            </a:endParaRPr>
          </a:p>
          <a:p>
            <a:pPr marL="469900" indent="-228600">
              <a:lnSpc>
                <a:spcPct val="100000"/>
              </a:lnSpc>
              <a:spcBef>
                <a:spcPts val="935"/>
              </a:spcBef>
              <a:buAutoNum type="arabicPeriod"/>
              <a:tabLst>
                <a:tab pos="469900" algn="l"/>
              </a:tabLst>
            </a:pPr>
            <a:r>
              <a:rPr sz="1100" dirty="0">
                <a:latin typeface="Times New Roman"/>
                <a:cs typeface="Times New Roman"/>
              </a:rPr>
              <a:t>Coding </a:t>
            </a:r>
            <a:r>
              <a:rPr sz="1100" spc="-10" dirty="0">
                <a:latin typeface="Times New Roman"/>
                <a:cs typeface="Times New Roman"/>
              </a:rPr>
              <a:t>Simplified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with </a:t>
            </a:r>
            <a:r>
              <a:rPr sz="1100" spc="-10" dirty="0">
                <a:latin typeface="Times New Roman"/>
                <a:cs typeface="Times New Roman"/>
              </a:rPr>
              <a:t>Generative</a:t>
            </a:r>
            <a:r>
              <a:rPr sz="1100" spc="-85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AI</a:t>
            </a:r>
            <a:endParaRPr sz="1100" dirty="0">
              <a:latin typeface="Times New Roman"/>
              <a:cs typeface="Times New Roman"/>
            </a:endParaRPr>
          </a:p>
          <a:p>
            <a:pPr marL="22225" algn="just">
              <a:lnSpc>
                <a:spcPct val="100000"/>
              </a:lnSpc>
              <a:spcBef>
                <a:spcPts val="960"/>
              </a:spcBef>
            </a:pPr>
            <a:r>
              <a:rPr sz="1100" dirty="0">
                <a:latin typeface="Times New Roman"/>
                <a:cs typeface="Times New Roman"/>
              </a:rPr>
              <a:t>After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completing</a:t>
            </a:r>
            <a:r>
              <a:rPr sz="110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Generative</a:t>
            </a:r>
            <a:r>
              <a:rPr sz="1100" spc="-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AI </a:t>
            </a:r>
            <a:r>
              <a:rPr sz="1100" spc="-10" dirty="0">
                <a:latin typeface="Times New Roman"/>
                <a:cs typeface="Times New Roman"/>
              </a:rPr>
              <a:t>in</a:t>
            </a:r>
            <a:r>
              <a:rPr sz="1100" spc="-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Action, I was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able</a:t>
            </a:r>
            <a:r>
              <a:rPr sz="1100" spc="15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to:</a:t>
            </a:r>
            <a:endParaRPr sz="1100" dirty="0">
              <a:latin typeface="Times New Roman"/>
              <a:cs typeface="Times New Roman"/>
            </a:endParaRPr>
          </a:p>
          <a:p>
            <a:pPr marL="469900" lvl="1" indent="-228600">
              <a:lnSpc>
                <a:spcPct val="100000"/>
              </a:lnSpc>
              <a:spcBef>
                <a:spcPts val="935"/>
              </a:spcBef>
              <a:buSzPct val="83333"/>
              <a:buFont typeface="Arial MT"/>
              <a:buChar char="•"/>
              <a:tabLst>
                <a:tab pos="469900" algn="l"/>
              </a:tabLst>
            </a:pPr>
            <a:r>
              <a:rPr sz="1100" dirty="0">
                <a:latin typeface="Times New Roman"/>
                <a:cs typeface="Times New Roman"/>
              </a:rPr>
              <a:t>Explain</a:t>
            </a:r>
            <a:r>
              <a:rPr sz="1100" spc="-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how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generative</a:t>
            </a:r>
            <a:r>
              <a:rPr sz="1100" spc="-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artificial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intelligence</a:t>
            </a:r>
            <a:r>
              <a:rPr sz="1100" spc="-5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works</a:t>
            </a:r>
            <a:endParaRPr sz="1100" dirty="0">
              <a:latin typeface="Times New Roman"/>
              <a:cs typeface="Times New Roman"/>
            </a:endParaRPr>
          </a:p>
          <a:p>
            <a:pPr marL="469900" lvl="1" indent="-228600">
              <a:lnSpc>
                <a:spcPct val="100000"/>
              </a:lnSpc>
              <a:spcBef>
                <a:spcPts val="990"/>
              </a:spcBef>
              <a:buSzPct val="83333"/>
              <a:buFont typeface="Arial MT"/>
              <a:buChar char="•"/>
              <a:tabLst>
                <a:tab pos="469900" algn="l"/>
              </a:tabLst>
            </a:pPr>
            <a:r>
              <a:rPr sz="1100" dirty="0">
                <a:latin typeface="Times New Roman"/>
                <a:cs typeface="Times New Roman"/>
              </a:rPr>
              <a:t>Define</a:t>
            </a:r>
            <a:r>
              <a:rPr sz="1100" spc="-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what</a:t>
            </a:r>
            <a:r>
              <a:rPr sz="1100" spc="-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foundation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models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are</a:t>
            </a:r>
            <a:r>
              <a:rPr sz="1100" spc="-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their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role</a:t>
            </a:r>
            <a:r>
              <a:rPr sz="1100" spc="-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machine</a:t>
            </a:r>
            <a:r>
              <a:rPr sz="1100" spc="-4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learning</a:t>
            </a:r>
            <a:endParaRPr sz="1100" dirty="0">
              <a:latin typeface="Times New Roman"/>
              <a:cs typeface="Times New Roman"/>
            </a:endParaRPr>
          </a:p>
          <a:p>
            <a:pPr marL="469900" lvl="1" indent="-228600">
              <a:lnSpc>
                <a:spcPct val="100000"/>
              </a:lnSpc>
              <a:spcBef>
                <a:spcPts val="935"/>
              </a:spcBef>
              <a:buSzPct val="83333"/>
              <a:buFont typeface="Arial MT"/>
              <a:buChar char="•"/>
              <a:tabLst>
                <a:tab pos="469900" algn="l"/>
              </a:tabLst>
            </a:pPr>
            <a:r>
              <a:rPr sz="1100" dirty="0">
                <a:latin typeface="Times New Roman"/>
                <a:cs typeface="Times New Roman"/>
              </a:rPr>
              <a:t>Understand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how</a:t>
            </a:r>
            <a:r>
              <a:rPr sz="1100" spc="-10" dirty="0">
                <a:latin typeface="Times New Roman"/>
                <a:cs typeface="Times New Roman"/>
              </a:rPr>
              <a:t> transformers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models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are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used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solve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various</a:t>
            </a:r>
            <a:r>
              <a:rPr sz="1100" spc="-10" dirty="0">
                <a:latin typeface="Times New Roman"/>
                <a:cs typeface="Times New Roman"/>
              </a:rPr>
              <a:t> language-</a:t>
            </a:r>
            <a:r>
              <a:rPr sz="1100" dirty="0">
                <a:latin typeface="Times New Roman"/>
                <a:cs typeface="Times New Roman"/>
              </a:rPr>
              <a:t>related </a:t>
            </a:r>
            <a:r>
              <a:rPr sz="1100" spc="-10" dirty="0">
                <a:latin typeface="Times New Roman"/>
                <a:cs typeface="Times New Roman"/>
              </a:rPr>
              <a:t>tasks</a:t>
            </a:r>
            <a:endParaRPr sz="1100" dirty="0">
              <a:latin typeface="Times New Roman"/>
              <a:cs typeface="Times New Roman"/>
            </a:endParaRPr>
          </a:p>
          <a:p>
            <a:pPr marL="469900" lvl="1" indent="-228600">
              <a:lnSpc>
                <a:spcPct val="100000"/>
              </a:lnSpc>
              <a:spcBef>
                <a:spcPts val="960"/>
              </a:spcBef>
              <a:buSzPct val="83333"/>
              <a:buFont typeface="Arial MT"/>
              <a:buChar char="•"/>
              <a:tabLst>
                <a:tab pos="469900" algn="l"/>
              </a:tabLst>
            </a:pPr>
            <a:r>
              <a:rPr sz="1100" dirty="0">
                <a:latin typeface="Times New Roman"/>
                <a:cs typeface="Times New Roman"/>
              </a:rPr>
              <a:t>Describe</a:t>
            </a:r>
            <a:r>
              <a:rPr sz="1100" spc="-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how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prompt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engineering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improves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generative</a:t>
            </a:r>
            <a:r>
              <a:rPr sz="1100" spc="-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AI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models</a:t>
            </a:r>
            <a:endParaRPr sz="1100" dirty="0">
              <a:latin typeface="Times New Roman"/>
              <a:cs typeface="Times New Roman"/>
            </a:endParaRPr>
          </a:p>
          <a:p>
            <a:pPr marL="469900" lvl="1" indent="-228600">
              <a:lnSpc>
                <a:spcPct val="100000"/>
              </a:lnSpc>
              <a:spcBef>
                <a:spcPts val="935"/>
              </a:spcBef>
              <a:buSzPct val="83333"/>
              <a:buFont typeface="Arial MT"/>
              <a:buChar char="•"/>
              <a:tabLst>
                <a:tab pos="469900" algn="l"/>
              </a:tabLst>
            </a:pPr>
            <a:r>
              <a:rPr sz="1100" dirty="0">
                <a:latin typeface="Times New Roman"/>
                <a:cs typeface="Times New Roman"/>
              </a:rPr>
              <a:t>Identify</a:t>
            </a:r>
            <a:r>
              <a:rPr sz="1100" spc="-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common</a:t>
            </a:r>
            <a:r>
              <a:rPr sz="1100" spc="-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prompt</a:t>
            </a:r>
            <a:r>
              <a:rPr sz="1100" spc="-5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elements</a:t>
            </a:r>
            <a:endParaRPr sz="1100" dirty="0">
              <a:latin typeface="Times New Roman"/>
              <a:cs typeface="Times New Roman"/>
            </a:endParaRPr>
          </a:p>
          <a:p>
            <a:pPr marL="469900" lvl="1" indent="-228600">
              <a:lnSpc>
                <a:spcPct val="100000"/>
              </a:lnSpc>
              <a:spcBef>
                <a:spcPts val="960"/>
              </a:spcBef>
              <a:buSzPct val="83333"/>
              <a:buFont typeface="Arial MT"/>
              <a:buChar char="•"/>
              <a:tabLst>
                <a:tab pos="469900" algn="l"/>
              </a:tabLst>
            </a:pPr>
            <a:r>
              <a:rPr sz="1100" dirty="0">
                <a:latin typeface="Times New Roman"/>
                <a:cs typeface="Times New Roman"/>
              </a:rPr>
              <a:t>Explore</a:t>
            </a:r>
            <a:r>
              <a:rPr sz="1100" spc="-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code</a:t>
            </a:r>
            <a:r>
              <a:rPr sz="1100" spc="-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generation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using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-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natural</a:t>
            </a:r>
            <a:r>
              <a:rPr sz="1100" spc="-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language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prompt</a:t>
            </a:r>
            <a:endParaRPr sz="1100" dirty="0">
              <a:latin typeface="Times New Roman"/>
              <a:cs typeface="Times New Roman"/>
            </a:endParaRPr>
          </a:p>
          <a:p>
            <a:pPr marL="469900" lvl="1" indent="-228600">
              <a:lnSpc>
                <a:spcPct val="100000"/>
              </a:lnSpc>
              <a:spcBef>
                <a:spcPts val="935"/>
              </a:spcBef>
              <a:buSzPct val="83333"/>
              <a:buFont typeface="Arial MT"/>
              <a:buChar char="•"/>
              <a:tabLst>
                <a:tab pos="469900" algn="l"/>
              </a:tabLst>
            </a:pPr>
            <a:r>
              <a:rPr sz="1100" dirty="0">
                <a:latin typeface="Times New Roman"/>
                <a:cs typeface="Times New Roman"/>
              </a:rPr>
              <a:t>Describe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prompt</a:t>
            </a:r>
            <a:r>
              <a:rPr sz="1100" spc="-10" dirty="0">
                <a:latin typeface="Times New Roman"/>
                <a:cs typeface="Times New Roman"/>
              </a:rPr>
              <a:t> engineering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techniques</a:t>
            </a:r>
            <a:endParaRPr sz="1100" dirty="0">
              <a:latin typeface="Times New Roman"/>
              <a:cs typeface="Times New Roman"/>
            </a:endParaRPr>
          </a:p>
          <a:p>
            <a:pPr marL="469900" lvl="1" indent="-228600">
              <a:lnSpc>
                <a:spcPct val="100000"/>
              </a:lnSpc>
              <a:spcBef>
                <a:spcPts val="960"/>
              </a:spcBef>
              <a:buSzPct val="83333"/>
              <a:buFont typeface="Arial MT"/>
              <a:buChar char="•"/>
              <a:tabLst>
                <a:tab pos="469900" algn="l"/>
              </a:tabLst>
            </a:pPr>
            <a:r>
              <a:rPr sz="1100" dirty="0">
                <a:latin typeface="Times New Roman"/>
                <a:cs typeface="Times New Roman"/>
              </a:rPr>
              <a:t>Perform</a:t>
            </a:r>
            <a:r>
              <a:rPr sz="1100" spc="-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common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programming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tasks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using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Python’s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built-</a:t>
            </a: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functions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libraries</a:t>
            </a:r>
            <a:endParaRPr sz="1100" dirty="0">
              <a:latin typeface="Times New Roman"/>
              <a:cs typeface="Times New Roman"/>
            </a:endParaRPr>
          </a:p>
          <a:p>
            <a:pPr marL="469900" lvl="1" indent="-228600">
              <a:lnSpc>
                <a:spcPct val="100000"/>
              </a:lnSpc>
              <a:spcBef>
                <a:spcPts val="940"/>
              </a:spcBef>
              <a:buSzPct val="83333"/>
              <a:buFont typeface="Arial MT"/>
              <a:buChar char="•"/>
              <a:tabLst>
                <a:tab pos="469900" algn="l"/>
              </a:tabLst>
            </a:pPr>
            <a:r>
              <a:rPr sz="1100" dirty="0">
                <a:latin typeface="Times New Roman"/>
                <a:cs typeface="Times New Roman"/>
              </a:rPr>
              <a:t>Create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scripts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code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solving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real-</a:t>
            </a:r>
            <a:r>
              <a:rPr sz="1100" dirty="0">
                <a:latin typeface="Times New Roman"/>
                <a:cs typeface="Times New Roman"/>
              </a:rPr>
              <a:t>world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problems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automating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routine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tasks</a:t>
            </a:r>
            <a:endParaRPr sz="1100" dirty="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buFont typeface="Arial MT"/>
              <a:buChar char="•"/>
            </a:pPr>
            <a:endParaRPr sz="1100" dirty="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750"/>
              </a:spcBef>
              <a:buFont typeface="Arial MT"/>
              <a:buChar char="•"/>
            </a:pPr>
            <a:endParaRPr sz="1100" dirty="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</a:pPr>
            <a:r>
              <a:rPr sz="1100" b="1" spc="-10" dirty="0">
                <a:latin typeface="Times New Roman"/>
                <a:cs typeface="Times New Roman"/>
              </a:rPr>
              <a:t>MODULE</a:t>
            </a:r>
            <a:r>
              <a:rPr sz="1100" b="1" spc="-1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1</a:t>
            </a:r>
            <a:r>
              <a:rPr sz="1100" b="1" spc="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-</a:t>
            </a:r>
            <a:r>
              <a:rPr sz="1100" b="1" spc="-4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Introduction</a:t>
            </a:r>
            <a:r>
              <a:rPr sz="1100" b="1" spc="-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to </a:t>
            </a:r>
            <a:r>
              <a:rPr sz="1100" b="1" spc="-10" dirty="0">
                <a:latin typeface="Times New Roman"/>
                <a:cs typeface="Times New Roman"/>
              </a:rPr>
              <a:t>Generative</a:t>
            </a:r>
            <a:r>
              <a:rPr sz="1100" b="1" spc="-125" dirty="0">
                <a:latin typeface="Times New Roman"/>
                <a:cs typeface="Times New Roman"/>
              </a:rPr>
              <a:t> </a:t>
            </a:r>
            <a:r>
              <a:rPr sz="1100" b="1" spc="-25" dirty="0">
                <a:latin typeface="Times New Roman"/>
                <a:cs typeface="Times New Roman"/>
              </a:rPr>
              <a:t>AI</a:t>
            </a:r>
            <a:endParaRPr sz="1100" dirty="0">
              <a:latin typeface="Times New Roman"/>
              <a:cs typeface="Times New Roman"/>
            </a:endParaRPr>
          </a:p>
          <a:p>
            <a:pPr marL="28575" marR="6350" indent="-6350" algn="just">
              <a:lnSpc>
                <a:spcPct val="107700"/>
              </a:lnSpc>
              <a:spcBef>
                <a:spcPts val="685"/>
              </a:spcBef>
            </a:pP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this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course,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have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learned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about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history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-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AI,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how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deep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learning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plays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pivotal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role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in </a:t>
            </a:r>
            <a:r>
              <a:rPr sz="1100" dirty="0">
                <a:latin typeface="Times New Roman"/>
                <a:cs typeface="Times New Roman"/>
              </a:rPr>
              <a:t>generative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AI</a:t>
            </a:r>
            <a:r>
              <a:rPr sz="1100" spc="15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(gen-</a:t>
            </a:r>
            <a:r>
              <a:rPr sz="1100" dirty="0">
                <a:latin typeface="Times New Roman"/>
                <a:cs typeface="Times New Roman"/>
              </a:rPr>
              <a:t>AI),</a:t>
            </a:r>
            <a:r>
              <a:rPr sz="1100" spc="1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1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how</a:t>
            </a:r>
            <a:r>
              <a:rPr sz="1100" spc="15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gen-</a:t>
            </a:r>
            <a:r>
              <a:rPr sz="1100" dirty="0">
                <a:latin typeface="Times New Roman"/>
                <a:cs typeface="Times New Roman"/>
              </a:rPr>
              <a:t>AI</a:t>
            </a:r>
            <a:r>
              <a:rPr sz="1100" spc="1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works</a:t>
            </a:r>
            <a:r>
              <a:rPr sz="1100" spc="1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1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is</a:t>
            </a:r>
            <a:r>
              <a:rPr sz="1100" spc="1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applied</a:t>
            </a:r>
            <a:r>
              <a:rPr sz="1100" spc="1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1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various</a:t>
            </a:r>
            <a:r>
              <a:rPr sz="1100" spc="1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industries.</a:t>
            </a:r>
            <a:r>
              <a:rPr sz="1100" spc="1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</a:t>
            </a:r>
            <a:r>
              <a:rPr sz="1100" spc="145" dirty="0">
                <a:latin typeface="Times New Roman"/>
                <a:cs typeface="Times New Roman"/>
              </a:rPr>
              <a:t> </a:t>
            </a:r>
            <a:r>
              <a:rPr sz="1100" spc="-20" dirty="0">
                <a:latin typeface="Times New Roman"/>
                <a:cs typeface="Times New Roman"/>
              </a:rPr>
              <a:t>also </a:t>
            </a:r>
            <a:r>
              <a:rPr sz="1100" dirty="0">
                <a:latin typeface="Times New Roman"/>
                <a:cs typeface="Times New Roman"/>
              </a:rPr>
              <a:t>learned</a:t>
            </a:r>
            <a:r>
              <a:rPr sz="1100" spc="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how</a:t>
            </a:r>
            <a:r>
              <a:rPr sz="1100" spc="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create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algorithms,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gain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hands-on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experience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writing</a:t>
            </a:r>
            <a:r>
              <a:rPr sz="1100" spc="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code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using</a:t>
            </a:r>
            <a:r>
              <a:rPr sz="1100" spc="9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popular programming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languages.</a:t>
            </a:r>
            <a:endParaRPr sz="1100" dirty="0">
              <a:latin typeface="Times New Roman"/>
              <a:cs typeface="Times New Roman"/>
            </a:endParaRPr>
          </a:p>
          <a:p>
            <a:pPr marL="22225" algn="just">
              <a:lnSpc>
                <a:spcPct val="100000"/>
              </a:lnSpc>
              <a:spcBef>
                <a:spcPts val="910"/>
              </a:spcBef>
            </a:pPr>
            <a:r>
              <a:rPr sz="1100" dirty="0">
                <a:latin typeface="Times New Roman"/>
                <a:cs typeface="Times New Roman"/>
              </a:rPr>
              <a:t>After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completing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this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module,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was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able</a:t>
            </a:r>
            <a:r>
              <a:rPr sz="1100" spc="-45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to:</a:t>
            </a:r>
            <a:endParaRPr sz="1100" dirty="0">
              <a:latin typeface="Times New Roman"/>
              <a:cs typeface="Times New Roman"/>
            </a:endParaRPr>
          </a:p>
          <a:p>
            <a:pPr marL="469900" lvl="1" indent="-228600">
              <a:lnSpc>
                <a:spcPct val="100000"/>
              </a:lnSpc>
              <a:spcBef>
                <a:spcPts val="960"/>
              </a:spcBef>
              <a:buSzPct val="83333"/>
              <a:buFont typeface="Arial MT"/>
              <a:buChar char="•"/>
              <a:tabLst>
                <a:tab pos="469900" algn="l"/>
              </a:tabLst>
            </a:pPr>
            <a:r>
              <a:rPr sz="1100" dirty="0">
                <a:latin typeface="Times New Roman"/>
                <a:cs typeface="Times New Roman"/>
              </a:rPr>
              <a:t>Explain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how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generative</a:t>
            </a:r>
            <a:r>
              <a:rPr sz="1100" spc="-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artificial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intelligence</a:t>
            </a:r>
            <a:r>
              <a:rPr sz="1100" spc="-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(gen-AI)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works</a:t>
            </a:r>
            <a:endParaRPr sz="1100" dirty="0">
              <a:latin typeface="Times New Roman"/>
              <a:cs typeface="Times New Roman"/>
            </a:endParaRPr>
          </a:p>
          <a:p>
            <a:pPr marL="469900" lvl="1" indent="-228600">
              <a:lnSpc>
                <a:spcPct val="100000"/>
              </a:lnSpc>
              <a:spcBef>
                <a:spcPts val="960"/>
              </a:spcBef>
              <a:buSzPct val="83333"/>
              <a:buFont typeface="Arial MT"/>
              <a:buChar char="•"/>
              <a:tabLst>
                <a:tab pos="469900" algn="l"/>
              </a:tabLst>
            </a:pPr>
            <a:r>
              <a:rPr sz="1100" dirty="0">
                <a:latin typeface="Times New Roman"/>
                <a:cs typeface="Times New Roman"/>
              </a:rPr>
              <a:t>Define</a:t>
            </a:r>
            <a:r>
              <a:rPr sz="1100" spc="-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what</a:t>
            </a:r>
            <a:r>
              <a:rPr sz="1100" spc="-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foundation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models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are</a:t>
            </a:r>
            <a:r>
              <a:rPr sz="1100" spc="-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their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role</a:t>
            </a:r>
            <a:r>
              <a:rPr sz="1100" spc="-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machine</a:t>
            </a:r>
            <a:r>
              <a:rPr sz="1100" spc="-4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learning</a:t>
            </a:r>
            <a:endParaRPr sz="1100" dirty="0">
              <a:latin typeface="Times New Roman"/>
              <a:cs typeface="Times New Roman"/>
            </a:endParaRPr>
          </a:p>
          <a:p>
            <a:pPr marL="469900" lvl="1" indent="-228600">
              <a:lnSpc>
                <a:spcPct val="100000"/>
              </a:lnSpc>
              <a:spcBef>
                <a:spcPts val="185"/>
              </a:spcBef>
              <a:buSzPct val="83333"/>
              <a:buFont typeface="Arial MT"/>
              <a:buChar char="•"/>
              <a:tabLst>
                <a:tab pos="469900" algn="l"/>
              </a:tabLst>
            </a:pPr>
            <a:r>
              <a:rPr sz="1100" dirty="0">
                <a:latin typeface="Times New Roman"/>
                <a:cs typeface="Times New Roman"/>
              </a:rPr>
              <a:t>Understand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how</a:t>
            </a:r>
            <a:r>
              <a:rPr sz="1100" spc="-10" dirty="0">
                <a:latin typeface="Times New Roman"/>
                <a:cs typeface="Times New Roman"/>
              </a:rPr>
              <a:t> transformers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models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are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used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solve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various</a:t>
            </a:r>
            <a:r>
              <a:rPr sz="1100" spc="-10" dirty="0">
                <a:latin typeface="Times New Roman"/>
                <a:cs typeface="Times New Roman"/>
              </a:rPr>
              <a:t> language-</a:t>
            </a:r>
            <a:r>
              <a:rPr sz="1100" dirty="0">
                <a:latin typeface="Times New Roman"/>
                <a:cs typeface="Times New Roman"/>
              </a:rPr>
              <a:t>related </a:t>
            </a:r>
            <a:r>
              <a:rPr sz="1100" spc="-10" dirty="0">
                <a:latin typeface="Times New Roman"/>
                <a:cs typeface="Times New Roman"/>
              </a:rPr>
              <a:t>tasks</a:t>
            </a:r>
            <a:endParaRPr sz="11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4800" y="304799"/>
            <a:ext cx="6956425" cy="9525"/>
          </a:xfrm>
          <a:custGeom>
            <a:avLst/>
            <a:gdLst/>
            <a:ahLst/>
            <a:cxnLst/>
            <a:rect l="l" t="t" r="r" b="b"/>
            <a:pathLst>
              <a:path w="6956425" h="9525">
                <a:moveTo>
                  <a:pt x="6956044" y="0"/>
                </a:moveTo>
                <a:lnTo>
                  <a:pt x="6946900" y="0"/>
                </a:lnTo>
                <a:lnTo>
                  <a:pt x="9144" y="0"/>
                </a:lnTo>
                <a:lnTo>
                  <a:pt x="6350" y="0"/>
                </a:lnTo>
                <a:lnTo>
                  <a:pt x="0" y="0"/>
                </a:lnTo>
                <a:lnTo>
                  <a:pt x="0" y="9144"/>
                </a:lnTo>
                <a:lnTo>
                  <a:pt x="6350" y="9144"/>
                </a:lnTo>
                <a:lnTo>
                  <a:pt x="9144" y="9144"/>
                </a:lnTo>
                <a:lnTo>
                  <a:pt x="6946900" y="9144"/>
                </a:lnTo>
                <a:lnTo>
                  <a:pt x="6956044" y="9144"/>
                </a:lnTo>
                <a:lnTo>
                  <a:pt x="695604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100"/>
          </a:p>
        </p:txBody>
      </p:sp>
      <p:sp>
        <p:nvSpPr>
          <p:cNvPr id="3" name="object 3"/>
          <p:cNvSpPr/>
          <p:nvPr/>
        </p:nvSpPr>
        <p:spPr>
          <a:xfrm>
            <a:off x="304800" y="311149"/>
            <a:ext cx="6956425" cy="10083800"/>
          </a:xfrm>
          <a:custGeom>
            <a:avLst/>
            <a:gdLst/>
            <a:ahLst/>
            <a:cxnLst/>
            <a:rect l="l" t="t" r="r" b="b"/>
            <a:pathLst>
              <a:path w="6956425" h="10083800">
                <a:moveTo>
                  <a:pt x="6956044" y="0"/>
                </a:moveTo>
                <a:lnTo>
                  <a:pt x="6946900" y="0"/>
                </a:lnTo>
                <a:lnTo>
                  <a:pt x="6946900" y="10074275"/>
                </a:lnTo>
                <a:lnTo>
                  <a:pt x="9144" y="10074275"/>
                </a:lnTo>
                <a:lnTo>
                  <a:pt x="9144" y="0"/>
                </a:lnTo>
                <a:lnTo>
                  <a:pt x="0" y="0"/>
                </a:lnTo>
                <a:lnTo>
                  <a:pt x="0" y="10074275"/>
                </a:lnTo>
                <a:lnTo>
                  <a:pt x="0" y="10083419"/>
                </a:lnTo>
                <a:lnTo>
                  <a:pt x="6350" y="10083419"/>
                </a:lnTo>
                <a:lnTo>
                  <a:pt x="9144" y="10083419"/>
                </a:lnTo>
                <a:lnTo>
                  <a:pt x="6946900" y="10083419"/>
                </a:lnTo>
                <a:lnTo>
                  <a:pt x="6956044" y="10083419"/>
                </a:lnTo>
                <a:lnTo>
                  <a:pt x="6956044" y="10074275"/>
                </a:lnTo>
                <a:lnTo>
                  <a:pt x="695604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100"/>
          </a:p>
        </p:txBody>
      </p:sp>
      <p:sp>
        <p:nvSpPr>
          <p:cNvPr id="4" name="object 4"/>
          <p:cNvSpPr txBox="1"/>
          <p:nvPr/>
        </p:nvSpPr>
        <p:spPr>
          <a:xfrm>
            <a:off x="1121410" y="930656"/>
            <a:ext cx="5444490" cy="7643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SzPct val="83333"/>
              <a:buFont typeface="Arial MT"/>
              <a:buChar char="•"/>
              <a:tabLst>
                <a:tab pos="240665" algn="l"/>
              </a:tabLst>
            </a:pPr>
            <a:r>
              <a:rPr sz="1100" dirty="0">
                <a:latin typeface="Times New Roman"/>
                <a:cs typeface="Times New Roman"/>
              </a:rPr>
              <a:t>Describe</a:t>
            </a:r>
            <a:r>
              <a:rPr sz="1100" spc="-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how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prompt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engineering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improve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generative</a:t>
            </a:r>
            <a:r>
              <a:rPr sz="1100" spc="-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AI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models</a:t>
            </a:r>
            <a:endParaRPr sz="110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spcBef>
                <a:spcPts val="960"/>
              </a:spcBef>
              <a:buSzPct val="83333"/>
              <a:buFont typeface="Arial MT"/>
              <a:buChar char="•"/>
              <a:tabLst>
                <a:tab pos="240665" algn="l"/>
              </a:tabLst>
            </a:pPr>
            <a:r>
              <a:rPr sz="1100" dirty="0">
                <a:latin typeface="Times New Roman"/>
                <a:cs typeface="Times New Roman"/>
              </a:rPr>
              <a:t>Perform</a:t>
            </a:r>
            <a:r>
              <a:rPr sz="1100" spc="-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common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programming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tasks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using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Python's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built-</a:t>
            </a: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functions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libraries</a:t>
            </a:r>
            <a:endParaRPr sz="110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spcBef>
                <a:spcPts val="935"/>
              </a:spcBef>
              <a:buSzPct val="83333"/>
              <a:buFont typeface="Arial MT"/>
              <a:buChar char="•"/>
              <a:tabLst>
                <a:tab pos="240665" algn="l"/>
              </a:tabLst>
            </a:pPr>
            <a:r>
              <a:rPr sz="1100" dirty="0">
                <a:latin typeface="Times New Roman"/>
                <a:cs typeface="Times New Roman"/>
              </a:rPr>
              <a:t>Create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scripts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code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solving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real-</a:t>
            </a:r>
            <a:r>
              <a:rPr sz="1100" dirty="0">
                <a:latin typeface="Times New Roman"/>
                <a:cs typeface="Times New Roman"/>
              </a:rPr>
              <a:t>world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problems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automating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routine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tasks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92492" y="5242602"/>
            <a:ext cx="5769610" cy="3766737"/>
          </a:xfrm>
          <a:prstGeom prst="rect">
            <a:avLst/>
          </a:prstGeom>
        </p:spPr>
        <p:txBody>
          <a:bodyPr vert="horz" wrap="square" lIns="0" tIns="13398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55"/>
              </a:spcBef>
            </a:pPr>
            <a:r>
              <a:rPr sz="1100" b="1" spc="-10" dirty="0">
                <a:latin typeface="Times New Roman"/>
                <a:cs typeface="Times New Roman"/>
              </a:rPr>
              <a:t>MODULE</a:t>
            </a:r>
            <a:r>
              <a:rPr sz="1100" b="1" spc="-1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2-</a:t>
            </a:r>
            <a:r>
              <a:rPr sz="1100" b="1" spc="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Crafting</a:t>
            </a:r>
            <a:r>
              <a:rPr sz="1100" b="1" spc="-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Precision</a:t>
            </a:r>
            <a:r>
              <a:rPr sz="1100" b="1" spc="-5" dirty="0">
                <a:latin typeface="Times New Roman"/>
                <a:cs typeface="Times New Roman"/>
              </a:rPr>
              <a:t> </a:t>
            </a:r>
            <a:r>
              <a:rPr sz="1100" b="1" spc="-10" dirty="0">
                <a:latin typeface="Times New Roman"/>
                <a:cs typeface="Times New Roman"/>
              </a:rPr>
              <a:t>Prompts</a:t>
            </a:r>
            <a:r>
              <a:rPr sz="1100" b="1" spc="-3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with</a:t>
            </a:r>
            <a:r>
              <a:rPr sz="1100" b="1" spc="-10" dirty="0">
                <a:latin typeface="Times New Roman"/>
                <a:cs typeface="Times New Roman"/>
              </a:rPr>
              <a:t> Generative</a:t>
            </a:r>
            <a:r>
              <a:rPr sz="1100" b="1" spc="-75" dirty="0">
                <a:latin typeface="Times New Roman"/>
                <a:cs typeface="Times New Roman"/>
              </a:rPr>
              <a:t> </a:t>
            </a:r>
            <a:r>
              <a:rPr sz="1100" b="1" spc="-25" dirty="0">
                <a:latin typeface="Times New Roman"/>
                <a:cs typeface="Times New Roman"/>
              </a:rPr>
              <a:t>AI</a:t>
            </a:r>
            <a:endParaRPr sz="1100" dirty="0">
              <a:latin typeface="Times New Roman"/>
              <a:cs typeface="Times New Roman"/>
            </a:endParaRPr>
          </a:p>
          <a:p>
            <a:pPr marL="28575" marR="6985" indent="28575" algn="just">
              <a:lnSpc>
                <a:spcPct val="107300"/>
              </a:lnSpc>
              <a:spcBef>
                <a:spcPts val="715"/>
              </a:spcBef>
            </a:pPr>
            <a:r>
              <a:rPr sz="1100" dirty="0">
                <a:latin typeface="Times New Roman"/>
                <a:cs typeface="Times New Roman"/>
              </a:rPr>
              <a:t>This</a:t>
            </a:r>
            <a:r>
              <a:rPr sz="1100" spc="-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was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spc="-20" dirty="0">
                <a:latin typeface="Times New Roman"/>
                <a:cs typeface="Times New Roman"/>
              </a:rPr>
              <a:t>activity-</a:t>
            </a:r>
            <a:r>
              <a:rPr sz="1100" dirty="0">
                <a:latin typeface="Times New Roman"/>
                <a:cs typeface="Times New Roman"/>
              </a:rPr>
              <a:t>based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course.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learned</a:t>
            </a:r>
            <a:r>
              <a:rPr sz="1100" spc="-10" dirty="0">
                <a:latin typeface="Times New Roman"/>
                <a:cs typeface="Times New Roman"/>
              </a:rPr>
              <a:t> about</a:t>
            </a:r>
            <a:r>
              <a:rPr sz="1100" spc="-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AI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language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models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rules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follow </a:t>
            </a:r>
            <a:r>
              <a:rPr sz="1100" dirty="0">
                <a:latin typeface="Times New Roman"/>
                <a:cs typeface="Times New Roman"/>
              </a:rPr>
              <a:t>when</a:t>
            </a:r>
            <a:r>
              <a:rPr sz="1100" spc="11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giving</a:t>
            </a:r>
            <a:r>
              <a:rPr sz="1100" spc="1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instructions,</a:t>
            </a:r>
            <a:r>
              <a:rPr sz="1100" spc="1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or</a:t>
            </a:r>
            <a:r>
              <a:rPr sz="1100" spc="1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prompting,</a:t>
            </a:r>
            <a:r>
              <a:rPr sz="1100" spc="1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AI</a:t>
            </a:r>
            <a:r>
              <a:rPr sz="1100" spc="1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language</a:t>
            </a:r>
            <a:r>
              <a:rPr sz="1100" spc="11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model.</a:t>
            </a:r>
            <a:r>
              <a:rPr sz="1100" spc="11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</a:t>
            </a:r>
            <a:r>
              <a:rPr sz="1100" spc="1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walked-through</a:t>
            </a:r>
            <a:r>
              <a:rPr sz="1100" spc="11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13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guided </a:t>
            </a:r>
            <a:r>
              <a:rPr sz="1100" dirty="0">
                <a:latin typeface="Times New Roman"/>
                <a:cs typeface="Times New Roman"/>
              </a:rPr>
              <a:t>activity</a:t>
            </a:r>
            <a:r>
              <a:rPr sz="1100" spc="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that</a:t>
            </a:r>
            <a:r>
              <a:rPr sz="1100" spc="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demonstrates</a:t>
            </a:r>
            <a:r>
              <a:rPr sz="1100" spc="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how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write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effective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prompts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AI</a:t>
            </a:r>
            <a:r>
              <a:rPr sz="1100" spc="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language</a:t>
            </a:r>
            <a:r>
              <a:rPr sz="1100" spc="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model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spc="-20" dirty="0">
                <a:latin typeface="Times New Roman"/>
                <a:cs typeface="Times New Roman"/>
              </a:rPr>
              <a:t>help </a:t>
            </a:r>
            <a:r>
              <a:rPr sz="1100" dirty="0">
                <a:latin typeface="Times New Roman"/>
                <a:cs typeface="Times New Roman"/>
              </a:rPr>
              <a:t>plan</a:t>
            </a:r>
            <a:r>
              <a:rPr sz="1100" spc="-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-4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travel</a:t>
            </a:r>
            <a:r>
              <a:rPr sz="1100" spc="-4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itinerary.</a:t>
            </a:r>
            <a:r>
              <a:rPr sz="1100" spc="-40" dirty="0">
                <a:latin typeface="Times New Roman"/>
                <a:cs typeface="Times New Roman"/>
              </a:rPr>
              <a:t> </a:t>
            </a:r>
            <a:r>
              <a:rPr sz="1100" spc="-20" dirty="0">
                <a:latin typeface="Times New Roman"/>
                <a:cs typeface="Times New Roman"/>
              </a:rPr>
              <a:t>Finally,</a:t>
            </a:r>
            <a:r>
              <a:rPr sz="1100" spc="-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</a:t>
            </a:r>
            <a:r>
              <a:rPr sz="1100" spc="-4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participated</a:t>
            </a:r>
            <a:r>
              <a:rPr sz="1100" spc="-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-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</a:t>
            </a:r>
            <a:r>
              <a:rPr sz="1100" spc="-4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activity</a:t>
            </a:r>
            <a:r>
              <a:rPr sz="1100" spc="-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-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apply</a:t>
            </a:r>
            <a:r>
              <a:rPr sz="1100" spc="-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what</a:t>
            </a:r>
            <a:r>
              <a:rPr sz="1100" spc="-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</a:t>
            </a:r>
            <a:r>
              <a:rPr sz="1100" spc="-4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learned</a:t>
            </a:r>
            <a:r>
              <a:rPr sz="1100" spc="-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-4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effectively </a:t>
            </a:r>
            <a:r>
              <a:rPr sz="1100" dirty="0">
                <a:latin typeface="Times New Roman"/>
                <a:cs typeface="Times New Roman"/>
              </a:rPr>
              <a:t>write</a:t>
            </a:r>
            <a:r>
              <a:rPr sz="1100" spc="-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prompts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</a:t>
            </a:r>
            <a:r>
              <a:rPr sz="1100" spc="-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AI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language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model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create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my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own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custom</a:t>
            </a:r>
            <a:r>
              <a:rPr sz="1100" spc="-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music</a:t>
            </a:r>
            <a:r>
              <a:rPr sz="1100" spc="-4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playlist.</a:t>
            </a:r>
            <a:endParaRPr sz="1100" dirty="0">
              <a:latin typeface="Times New Roman"/>
              <a:cs typeface="Times New Roman"/>
            </a:endParaRPr>
          </a:p>
          <a:p>
            <a:pPr marL="22225" algn="just">
              <a:lnSpc>
                <a:spcPct val="100000"/>
              </a:lnSpc>
              <a:spcBef>
                <a:spcPts val="935"/>
              </a:spcBef>
            </a:pPr>
            <a:r>
              <a:rPr sz="1100" dirty="0">
                <a:latin typeface="Times New Roman"/>
                <a:cs typeface="Times New Roman"/>
              </a:rPr>
              <a:t>After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completing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this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course,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was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able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to:</a:t>
            </a:r>
            <a:endParaRPr sz="1100" dirty="0">
              <a:latin typeface="Times New Roman"/>
              <a:cs typeface="Times New Roman"/>
            </a:endParaRPr>
          </a:p>
          <a:p>
            <a:pPr marL="469900" indent="-228600">
              <a:lnSpc>
                <a:spcPct val="100000"/>
              </a:lnSpc>
              <a:spcBef>
                <a:spcPts val="960"/>
              </a:spcBef>
              <a:buSzPct val="83333"/>
              <a:buFont typeface="Arial MT"/>
              <a:buChar char="•"/>
              <a:tabLst>
                <a:tab pos="469900" algn="l"/>
              </a:tabLst>
            </a:pPr>
            <a:r>
              <a:rPr sz="1100" dirty="0">
                <a:latin typeface="Times New Roman"/>
                <a:cs typeface="Times New Roman"/>
              </a:rPr>
              <a:t>Describe</a:t>
            </a:r>
            <a:r>
              <a:rPr sz="1100" spc="-5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an</a:t>
            </a:r>
            <a:r>
              <a:rPr sz="1100" spc="-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AI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language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model</a:t>
            </a:r>
            <a:endParaRPr sz="1100" dirty="0">
              <a:latin typeface="Times New Roman"/>
              <a:cs typeface="Times New Roman"/>
            </a:endParaRPr>
          </a:p>
          <a:p>
            <a:pPr marL="469900" indent="-228600">
              <a:lnSpc>
                <a:spcPct val="100000"/>
              </a:lnSpc>
              <a:spcBef>
                <a:spcPts val="935"/>
              </a:spcBef>
              <a:buSzPct val="83333"/>
              <a:buFont typeface="Arial MT"/>
              <a:buChar char="•"/>
              <a:tabLst>
                <a:tab pos="469900" algn="l"/>
              </a:tabLst>
            </a:pPr>
            <a:r>
              <a:rPr sz="1100" dirty="0">
                <a:latin typeface="Times New Roman"/>
                <a:cs typeface="Times New Roman"/>
              </a:rPr>
              <a:t>Explain</a:t>
            </a:r>
            <a:r>
              <a:rPr sz="1100" spc="-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how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</a:t>
            </a:r>
            <a:r>
              <a:rPr sz="1100" spc="-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AI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language</a:t>
            </a:r>
            <a:r>
              <a:rPr sz="1100" spc="-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model</a:t>
            </a:r>
            <a:r>
              <a:rPr sz="1100" spc="-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understands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responds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humans</a:t>
            </a:r>
            <a:endParaRPr sz="1100" dirty="0">
              <a:latin typeface="Times New Roman"/>
              <a:cs typeface="Times New Roman"/>
            </a:endParaRPr>
          </a:p>
          <a:p>
            <a:pPr marL="469900" marR="10160" indent="-228600">
              <a:lnSpc>
                <a:spcPct val="107600"/>
              </a:lnSpc>
              <a:spcBef>
                <a:spcPts val="830"/>
              </a:spcBef>
              <a:buSzPct val="83333"/>
              <a:buFont typeface="Arial MT"/>
              <a:buChar char="•"/>
              <a:tabLst>
                <a:tab pos="469900" algn="l"/>
              </a:tabLst>
            </a:pPr>
            <a:r>
              <a:rPr sz="1100" dirty="0">
                <a:latin typeface="Times New Roman"/>
                <a:cs typeface="Times New Roman"/>
              </a:rPr>
              <a:t>Identify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rules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follow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write</a:t>
            </a:r>
            <a:r>
              <a:rPr sz="1100" spc="-10" dirty="0">
                <a:latin typeface="Times New Roman"/>
                <a:cs typeface="Times New Roman"/>
              </a:rPr>
              <a:t> effective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prompts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generate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focused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-10" dirty="0">
                <a:latin typeface="Times New Roman"/>
                <a:cs typeface="Times New Roman"/>
              </a:rPr>
              <a:t> accurate </a:t>
            </a:r>
            <a:r>
              <a:rPr sz="1100" dirty="0">
                <a:latin typeface="Times New Roman"/>
                <a:cs typeface="Times New Roman"/>
              </a:rPr>
              <a:t>results</a:t>
            </a:r>
            <a:r>
              <a:rPr sz="1100" spc="-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from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an</a:t>
            </a:r>
            <a:r>
              <a:rPr sz="1100" spc="-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AI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language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spc="-20" dirty="0">
                <a:latin typeface="Times New Roman"/>
                <a:cs typeface="Times New Roman"/>
              </a:rPr>
              <a:t>model</a:t>
            </a:r>
            <a:endParaRPr sz="1100" dirty="0">
              <a:latin typeface="Times New Roman"/>
              <a:cs typeface="Times New Roman"/>
            </a:endParaRPr>
          </a:p>
          <a:p>
            <a:pPr marL="469900" indent="-228600">
              <a:lnSpc>
                <a:spcPct val="100000"/>
              </a:lnSpc>
              <a:spcBef>
                <a:spcPts val="910"/>
              </a:spcBef>
              <a:buSzPct val="83333"/>
              <a:buFont typeface="Arial MT"/>
              <a:buChar char="•"/>
              <a:tabLst>
                <a:tab pos="469900" algn="l"/>
              </a:tabLst>
            </a:pPr>
            <a:r>
              <a:rPr sz="1100" dirty="0">
                <a:latin typeface="Times New Roman"/>
                <a:cs typeface="Times New Roman"/>
              </a:rPr>
              <a:t>List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steps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sign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up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ChatGPT</a:t>
            </a:r>
            <a:r>
              <a:rPr sz="1100" spc="-5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account</a:t>
            </a:r>
            <a:endParaRPr sz="1100" dirty="0">
              <a:latin typeface="Times New Roman"/>
              <a:cs typeface="Times New Roman"/>
            </a:endParaRPr>
          </a:p>
          <a:p>
            <a:pPr marL="469900" marR="11430" indent="-228600">
              <a:lnSpc>
                <a:spcPct val="107600"/>
              </a:lnSpc>
              <a:spcBef>
                <a:spcPts val="850"/>
              </a:spcBef>
              <a:buSzPct val="83333"/>
              <a:buFont typeface="Arial MT"/>
              <a:buChar char="•"/>
              <a:tabLst>
                <a:tab pos="469900" algn="l"/>
              </a:tabLst>
            </a:pPr>
            <a:r>
              <a:rPr sz="1100" dirty="0">
                <a:latin typeface="Times New Roman"/>
                <a:cs typeface="Times New Roman"/>
              </a:rPr>
              <a:t>Follow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steps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effectively</a:t>
            </a:r>
            <a:r>
              <a:rPr sz="1100" spc="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write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refine</a:t>
            </a:r>
            <a:r>
              <a:rPr sz="1100" spc="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series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prompts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ChatGPT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spc="-50" dirty="0">
                <a:latin typeface="Times New Roman"/>
                <a:cs typeface="Times New Roman"/>
              </a:rPr>
              <a:t>a </a:t>
            </a:r>
            <a:r>
              <a:rPr sz="1100" dirty="0">
                <a:latin typeface="Times New Roman"/>
                <a:cs typeface="Times New Roman"/>
              </a:rPr>
              <a:t>travel</a:t>
            </a:r>
            <a:r>
              <a:rPr sz="1100" spc="-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itinerary</a:t>
            </a:r>
            <a:r>
              <a:rPr sz="1100" spc="-6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scenario</a:t>
            </a:r>
            <a:endParaRPr sz="1100" dirty="0">
              <a:latin typeface="Times New Roman"/>
              <a:cs typeface="Times New Roman"/>
            </a:endParaRPr>
          </a:p>
          <a:p>
            <a:pPr marL="469900" marR="5080" indent="-228600">
              <a:lnSpc>
                <a:spcPct val="107800"/>
              </a:lnSpc>
              <a:spcBef>
                <a:spcPts val="75"/>
              </a:spcBef>
              <a:buSzPct val="83333"/>
              <a:buFont typeface="Arial MT"/>
              <a:buChar char="•"/>
              <a:tabLst>
                <a:tab pos="469900" algn="l"/>
              </a:tabLst>
            </a:pPr>
            <a:r>
              <a:rPr sz="1100" dirty="0">
                <a:latin typeface="Times New Roman"/>
                <a:cs typeface="Times New Roman"/>
              </a:rPr>
              <a:t>Demonstrate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steps</a:t>
            </a:r>
            <a:r>
              <a:rPr sz="1100" spc="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effectively</a:t>
            </a:r>
            <a:r>
              <a:rPr sz="1100" spc="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write</a:t>
            </a:r>
            <a:r>
              <a:rPr sz="1100" spc="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refine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series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prompts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1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ChatGPT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create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-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custom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music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playlist</a:t>
            </a:r>
            <a:endParaRPr sz="1100" dirty="0">
              <a:latin typeface="Times New Roman"/>
              <a:cs typeface="Times New Roman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11250" y="2076450"/>
            <a:ext cx="5731509" cy="2946908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4800" y="304799"/>
            <a:ext cx="6956425" cy="9525"/>
          </a:xfrm>
          <a:custGeom>
            <a:avLst/>
            <a:gdLst/>
            <a:ahLst/>
            <a:cxnLst/>
            <a:rect l="l" t="t" r="r" b="b"/>
            <a:pathLst>
              <a:path w="6956425" h="9525">
                <a:moveTo>
                  <a:pt x="6956044" y="0"/>
                </a:moveTo>
                <a:lnTo>
                  <a:pt x="6946900" y="0"/>
                </a:lnTo>
                <a:lnTo>
                  <a:pt x="9144" y="0"/>
                </a:lnTo>
                <a:lnTo>
                  <a:pt x="6350" y="0"/>
                </a:lnTo>
                <a:lnTo>
                  <a:pt x="0" y="0"/>
                </a:lnTo>
                <a:lnTo>
                  <a:pt x="0" y="9144"/>
                </a:lnTo>
                <a:lnTo>
                  <a:pt x="6350" y="9144"/>
                </a:lnTo>
                <a:lnTo>
                  <a:pt x="9144" y="9144"/>
                </a:lnTo>
                <a:lnTo>
                  <a:pt x="6946900" y="9144"/>
                </a:lnTo>
                <a:lnTo>
                  <a:pt x="6956044" y="9144"/>
                </a:lnTo>
                <a:lnTo>
                  <a:pt x="695604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200"/>
          </a:p>
        </p:txBody>
      </p:sp>
      <p:sp>
        <p:nvSpPr>
          <p:cNvPr id="3" name="object 3"/>
          <p:cNvSpPr/>
          <p:nvPr/>
        </p:nvSpPr>
        <p:spPr>
          <a:xfrm>
            <a:off x="304800" y="10385425"/>
            <a:ext cx="6956425" cy="9525"/>
          </a:xfrm>
          <a:custGeom>
            <a:avLst/>
            <a:gdLst/>
            <a:ahLst/>
            <a:cxnLst/>
            <a:rect l="l" t="t" r="r" b="b"/>
            <a:pathLst>
              <a:path w="6956425" h="9525">
                <a:moveTo>
                  <a:pt x="6956044" y="0"/>
                </a:moveTo>
                <a:lnTo>
                  <a:pt x="6946900" y="0"/>
                </a:lnTo>
                <a:lnTo>
                  <a:pt x="9144" y="0"/>
                </a:lnTo>
                <a:lnTo>
                  <a:pt x="6350" y="0"/>
                </a:lnTo>
                <a:lnTo>
                  <a:pt x="0" y="0"/>
                </a:lnTo>
                <a:lnTo>
                  <a:pt x="0" y="9144"/>
                </a:lnTo>
                <a:lnTo>
                  <a:pt x="6350" y="9144"/>
                </a:lnTo>
                <a:lnTo>
                  <a:pt x="9144" y="9144"/>
                </a:lnTo>
                <a:lnTo>
                  <a:pt x="6946900" y="9144"/>
                </a:lnTo>
                <a:lnTo>
                  <a:pt x="6956044" y="9144"/>
                </a:lnTo>
                <a:lnTo>
                  <a:pt x="695604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200"/>
          </a:p>
        </p:txBody>
      </p:sp>
      <p:sp>
        <p:nvSpPr>
          <p:cNvPr id="4" name="object 4"/>
          <p:cNvSpPr txBox="1"/>
          <p:nvPr/>
        </p:nvSpPr>
        <p:spPr>
          <a:xfrm>
            <a:off x="892492" y="3829472"/>
            <a:ext cx="5767705" cy="2686685"/>
          </a:xfrm>
          <a:prstGeom prst="rect">
            <a:avLst/>
          </a:prstGeom>
        </p:spPr>
        <p:txBody>
          <a:bodyPr vert="horz" wrap="square" lIns="0" tIns="13398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55"/>
              </a:spcBef>
            </a:pPr>
            <a:r>
              <a:rPr sz="1200" b="1" spc="-10" dirty="0">
                <a:latin typeface="Times New Roman"/>
                <a:cs typeface="Times New Roman"/>
              </a:rPr>
              <a:t>MODULE </a:t>
            </a:r>
            <a:r>
              <a:rPr sz="1200" b="1" dirty="0">
                <a:latin typeface="Times New Roman"/>
                <a:cs typeface="Times New Roman"/>
              </a:rPr>
              <a:t>3-</a:t>
            </a:r>
            <a:r>
              <a:rPr sz="1200" b="1" spc="1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Coding Simplified with</a:t>
            </a:r>
            <a:r>
              <a:rPr sz="1200" b="1" spc="-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Generative</a:t>
            </a:r>
            <a:r>
              <a:rPr sz="1200" b="1" spc="-75" dirty="0">
                <a:latin typeface="Times New Roman"/>
                <a:cs typeface="Times New Roman"/>
              </a:rPr>
              <a:t> </a:t>
            </a:r>
            <a:r>
              <a:rPr sz="1200" b="1" spc="-25" dirty="0">
                <a:latin typeface="Times New Roman"/>
                <a:cs typeface="Times New Roman"/>
              </a:rPr>
              <a:t>AI</a:t>
            </a:r>
            <a:endParaRPr sz="1200">
              <a:latin typeface="Times New Roman"/>
              <a:cs typeface="Times New Roman"/>
            </a:endParaRPr>
          </a:p>
          <a:p>
            <a:pPr marL="28575" marR="5080" indent="31750" algn="just">
              <a:lnSpc>
                <a:spcPct val="107100"/>
              </a:lnSpc>
              <a:spcBef>
                <a:spcPts val="720"/>
              </a:spcBef>
            </a:pP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this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course,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had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learned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basics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scripting,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understand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its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distinctions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from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traditional programming,</a:t>
            </a:r>
            <a:r>
              <a:rPr sz="1200" spc="-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explore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how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generative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AI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models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are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used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simplify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streamline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code </a:t>
            </a:r>
            <a:r>
              <a:rPr sz="1200" spc="-10" dirty="0">
                <a:latin typeface="Times New Roman"/>
                <a:cs typeface="Times New Roman"/>
              </a:rPr>
              <a:t>generation.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Through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hands-</a:t>
            </a:r>
            <a:r>
              <a:rPr sz="1200" dirty="0">
                <a:latin typeface="Times New Roman"/>
                <a:cs typeface="Times New Roman"/>
              </a:rPr>
              <a:t>on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labs,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also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learned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how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create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algorithms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apply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my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skills </a:t>
            </a:r>
            <a:r>
              <a:rPr sz="1200" dirty="0">
                <a:latin typeface="Times New Roman"/>
                <a:cs typeface="Times New Roman"/>
              </a:rPr>
              <a:t>using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widely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used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programming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languages.</a:t>
            </a:r>
            <a:endParaRPr sz="1200">
              <a:latin typeface="Times New Roman"/>
              <a:cs typeface="Times New Roman"/>
            </a:endParaRPr>
          </a:p>
          <a:p>
            <a:pPr marL="22225" algn="just">
              <a:lnSpc>
                <a:spcPct val="100000"/>
              </a:lnSpc>
              <a:spcBef>
                <a:spcPts val="960"/>
              </a:spcBef>
            </a:pPr>
            <a:r>
              <a:rPr sz="1200" dirty="0">
                <a:latin typeface="Times New Roman"/>
                <a:cs typeface="Times New Roman"/>
              </a:rPr>
              <a:t>After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completing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this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module,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was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able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to:</a:t>
            </a:r>
            <a:endParaRPr sz="1200">
              <a:latin typeface="Times New Roman"/>
              <a:cs typeface="Times New Roman"/>
            </a:endParaRPr>
          </a:p>
          <a:p>
            <a:pPr marL="469900" indent="-228600">
              <a:lnSpc>
                <a:spcPct val="100000"/>
              </a:lnSpc>
              <a:spcBef>
                <a:spcPts val="1060"/>
              </a:spcBef>
              <a:buFont typeface="Arial MT"/>
              <a:buChar char="•"/>
              <a:tabLst>
                <a:tab pos="469900" algn="l"/>
              </a:tabLst>
            </a:pPr>
            <a:r>
              <a:rPr sz="1200" dirty="0">
                <a:latin typeface="Times New Roman"/>
                <a:cs typeface="Times New Roman"/>
              </a:rPr>
              <a:t>Define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scripting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how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it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works</a:t>
            </a:r>
            <a:endParaRPr sz="1200">
              <a:latin typeface="Times New Roman"/>
              <a:cs typeface="Times New Roman"/>
            </a:endParaRPr>
          </a:p>
          <a:p>
            <a:pPr marL="469900" marR="9525" indent="-228600">
              <a:lnSpc>
                <a:spcPct val="107800"/>
              </a:lnSpc>
              <a:spcBef>
                <a:spcPts val="70"/>
              </a:spcBef>
              <a:buFont typeface="Arial MT"/>
              <a:buChar char="•"/>
              <a:tabLst>
                <a:tab pos="469900" algn="l"/>
              </a:tabLst>
            </a:pPr>
            <a:r>
              <a:rPr sz="1200" dirty="0">
                <a:latin typeface="Times New Roman"/>
                <a:cs typeface="Times New Roman"/>
              </a:rPr>
              <a:t>Explain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differences </a:t>
            </a:r>
            <a:r>
              <a:rPr sz="1200" dirty="0">
                <a:latin typeface="Times New Roman"/>
                <a:cs typeface="Times New Roman"/>
              </a:rPr>
              <a:t>between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scripting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traditional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programming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when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each </a:t>
            </a:r>
            <a:r>
              <a:rPr sz="1200" dirty="0">
                <a:latin typeface="Times New Roman"/>
                <a:cs typeface="Times New Roman"/>
              </a:rPr>
              <a:t>approach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used</a:t>
            </a:r>
            <a:endParaRPr sz="1200">
              <a:latin typeface="Times New Roman"/>
              <a:cs typeface="Times New Roman"/>
            </a:endParaRPr>
          </a:p>
          <a:p>
            <a:pPr marL="469900" indent="-228600">
              <a:lnSpc>
                <a:spcPct val="100000"/>
              </a:lnSpc>
              <a:spcBef>
                <a:spcPts val="285"/>
              </a:spcBef>
              <a:buFont typeface="Arial MT"/>
              <a:buChar char="•"/>
              <a:tabLst>
                <a:tab pos="469900" algn="l"/>
              </a:tabLst>
            </a:pPr>
            <a:r>
              <a:rPr sz="1200" dirty="0">
                <a:latin typeface="Times New Roman"/>
                <a:cs typeface="Times New Roman"/>
              </a:rPr>
              <a:t>Describe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how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Python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used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perform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various</a:t>
            </a:r>
            <a:r>
              <a:rPr sz="1200" spc="-20" dirty="0">
                <a:latin typeface="Times New Roman"/>
                <a:cs typeface="Times New Roman"/>
              </a:rPr>
              <a:t> tasks</a:t>
            </a:r>
            <a:endParaRPr sz="1200">
              <a:latin typeface="Times New Roman"/>
              <a:cs typeface="Times New Roman"/>
            </a:endParaRPr>
          </a:p>
          <a:p>
            <a:pPr marL="469900" indent="-228600">
              <a:lnSpc>
                <a:spcPct val="100000"/>
              </a:lnSpc>
              <a:spcBef>
                <a:spcPts val="185"/>
              </a:spcBef>
              <a:buFont typeface="Arial MT"/>
              <a:buChar char="•"/>
              <a:tabLst>
                <a:tab pos="469900" algn="l"/>
              </a:tabLst>
            </a:pPr>
            <a:r>
              <a:rPr sz="1200" dirty="0">
                <a:latin typeface="Times New Roman"/>
                <a:cs typeface="Times New Roman"/>
              </a:rPr>
              <a:t>Create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working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Python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application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using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IBM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watsonx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Code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Generation</a:t>
            </a:r>
            <a:endParaRPr sz="1200"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12850" y="952500"/>
            <a:ext cx="5549900" cy="266065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52525" y="6534150"/>
            <a:ext cx="5746750" cy="2770251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4800" y="304799"/>
            <a:ext cx="6956425" cy="9525"/>
          </a:xfrm>
          <a:custGeom>
            <a:avLst/>
            <a:gdLst/>
            <a:ahLst/>
            <a:cxnLst/>
            <a:rect l="l" t="t" r="r" b="b"/>
            <a:pathLst>
              <a:path w="6956425" h="9525">
                <a:moveTo>
                  <a:pt x="6956044" y="0"/>
                </a:moveTo>
                <a:lnTo>
                  <a:pt x="6946900" y="0"/>
                </a:lnTo>
                <a:lnTo>
                  <a:pt x="9144" y="0"/>
                </a:lnTo>
                <a:lnTo>
                  <a:pt x="6350" y="0"/>
                </a:lnTo>
                <a:lnTo>
                  <a:pt x="0" y="0"/>
                </a:lnTo>
                <a:lnTo>
                  <a:pt x="0" y="9144"/>
                </a:lnTo>
                <a:lnTo>
                  <a:pt x="6350" y="9144"/>
                </a:lnTo>
                <a:lnTo>
                  <a:pt x="9144" y="9144"/>
                </a:lnTo>
                <a:lnTo>
                  <a:pt x="6946900" y="9144"/>
                </a:lnTo>
                <a:lnTo>
                  <a:pt x="6956044" y="9144"/>
                </a:lnTo>
                <a:lnTo>
                  <a:pt x="695604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100"/>
          </a:p>
        </p:txBody>
      </p:sp>
      <p:sp>
        <p:nvSpPr>
          <p:cNvPr id="3" name="object 3"/>
          <p:cNvSpPr/>
          <p:nvPr/>
        </p:nvSpPr>
        <p:spPr>
          <a:xfrm>
            <a:off x="304800" y="311149"/>
            <a:ext cx="6956425" cy="10083800"/>
          </a:xfrm>
          <a:custGeom>
            <a:avLst/>
            <a:gdLst/>
            <a:ahLst/>
            <a:cxnLst/>
            <a:rect l="l" t="t" r="r" b="b"/>
            <a:pathLst>
              <a:path w="6956425" h="10083800">
                <a:moveTo>
                  <a:pt x="6956044" y="0"/>
                </a:moveTo>
                <a:lnTo>
                  <a:pt x="6946900" y="0"/>
                </a:lnTo>
                <a:lnTo>
                  <a:pt x="6946900" y="10074275"/>
                </a:lnTo>
                <a:lnTo>
                  <a:pt x="9144" y="10074275"/>
                </a:lnTo>
                <a:lnTo>
                  <a:pt x="9144" y="0"/>
                </a:lnTo>
                <a:lnTo>
                  <a:pt x="0" y="0"/>
                </a:lnTo>
                <a:lnTo>
                  <a:pt x="0" y="10074275"/>
                </a:lnTo>
                <a:lnTo>
                  <a:pt x="0" y="10083419"/>
                </a:lnTo>
                <a:lnTo>
                  <a:pt x="6350" y="10083419"/>
                </a:lnTo>
                <a:lnTo>
                  <a:pt x="9144" y="10083419"/>
                </a:lnTo>
                <a:lnTo>
                  <a:pt x="6946900" y="10083419"/>
                </a:lnTo>
                <a:lnTo>
                  <a:pt x="6956044" y="10083419"/>
                </a:lnTo>
                <a:lnTo>
                  <a:pt x="6956044" y="10074275"/>
                </a:lnTo>
                <a:lnTo>
                  <a:pt x="695604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100"/>
          </a:p>
        </p:txBody>
      </p:sp>
      <p:sp>
        <p:nvSpPr>
          <p:cNvPr id="4" name="object 4"/>
          <p:cNvSpPr txBox="1"/>
          <p:nvPr/>
        </p:nvSpPr>
        <p:spPr>
          <a:xfrm>
            <a:off x="892492" y="809688"/>
            <a:ext cx="5770880" cy="5333255"/>
          </a:xfrm>
          <a:prstGeom prst="rect">
            <a:avLst/>
          </a:prstGeom>
        </p:spPr>
        <p:txBody>
          <a:bodyPr vert="horz" wrap="square" lIns="0" tIns="130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25"/>
              </a:spcBef>
            </a:pPr>
            <a:r>
              <a:rPr sz="1100" b="1" spc="-10" dirty="0">
                <a:latin typeface="Times New Roman"/>
                <a:cs typeface="Times New Roman"/>
              </a:rPr>
              <a:t>CONCLUSION</a:t>
            </a:r>
            <a:endParaRPr sz="1100" b="1" dirty="0">
              <a:latin typeface="Times New Roman"/>
              <a:cs typeface="Times New Roman"/>
            </a:endParaRPr>
          </a:p>
          <a:p>
            <a:pPr marL="28575" marR="5080" indent="28575" algn="just">
              <a:lnSpc>
                <a:spcPct val="107500"/>
              </a:lnSpc>
              <a:spcBef>
                <a:spcPts val="690"/>
              </a:spcBef>
            </a:pPr>
            <a:r>
              <a:rPr lang="en-IN" sz="1100" dirty="0">
                <a:latin typeface="Times New Roman"/>
                <a:cs typeface="Times New Roman"/>
              </a:rPr>
              <a:t>	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Generative</a:t>
            </a:r>
            <a:r>
              <a:rPr sz="1100" spc="-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AI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Action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program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provided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solid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foundation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understanding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spc="-20" dirty="0">
                <a:latin typeface="Times New Roman"/>
                <a:cs typeface="Times New Roman"/>
              </a:rPr>
              <a:t>core </a:t>
            </a:r>
            <a:r>
              <a:rPr sz="1100" dirty="0">
                <a:latin typeface="Times New Roman"/>
                <a:cs typeface="Times New Roman"/>
              </a:rPr>
              <a:t>principles</a:t>
            </a:r>
            <a:r>
              <a:rPr sz="1100" spc="1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11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practical</a:t>
            </a:r>
            <a:r>
              <a:rPr sz="1100" spc="1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applications</a:t>
            </a:r>
            <a:r>
              <a:rPr sz="1100" spc="1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11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generative</a:t>
            </a:r>
            <a:r>
              <a:rPr sz="1100" spc="1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artificial</a:t>
            </a:r>
            <a:r>
              <a:rPr sz="1100" spc="11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intelligence.</a:t>
            </a:r>
            <a:r>
              <a:rPr sz="1100" spc="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Through</a:t>
            </a:r>
            <a:r>
              <a:rPr sz="1100" spc="1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11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three modules—</a:t>
            </a:r>
            <a:r>
              <a:rPr sz="1100" dirty="0">
                <a:latin typeface="Times New Roman"/>
                <a:cs typeface="Times New Roman"/>
              </a:rPr>
              <a:t>Introduction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-10" dirty="0">
                <a:latin typeface="Times New Roman"/>
                <a:cs typeface="Times New Roman"/>
              </a:rPr>
              <a:t> Generative</a:t>
            </a:r>
            <a:r>
              <a:rPr sz="1100" spc="-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AI,</a:t>
            </a:r>
            <a:r>
              <a:rPr sz="1100" spc="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Crafting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Precision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Prompts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with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Generative</a:t>
            </a:r>
            <a:r>
              <a:rPr sz="1100" spc="-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AI,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and </a:t>
            </a:r>
            <a:r>
              <a:rPr sz="1100" dirty="0">
                <a:latin typeface="Times New Roman"/>
                <a:cs typeface="Times New Roman"/>
              </a:rPr>
              <a:t>Coding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Simplified</a:t>
            </a:r>
            <a:r>
              <a:rPr sz="1100" spc="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with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Generative</a:t>
            </a:r>
            <a:r>
              <a:rPr sz="1100" spc="-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AI—I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developed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deep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understanding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how</a:t>
            </a:r>
            <a:r>
              <a:rPr sz="1100" spc="-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AI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models </a:t>
            </a:r>
            <a:r>
              <a:rPr sz="1100" dirty="0">
                <a:latin typeface="Times New Roman"/>
                <a:cs typeface="Times New Roman"/>
              </a:rPr>
              <a:t>such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as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foundation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transformer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models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function,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how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prompt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engineering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enhances </a:t>
            </a:r>
            <a:r>
              <a:rPr sz="1100" dirty="0">
                <a:latin typeface="Times New Roman"/>
                <a:cs typeface="Times New Roman"/>
              </a:rPr>
              <a:t>their</a:t>
            </a:r>
            <a:r>
              <a:rPr sz="1100" spc="1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effectiveness.</a:t>
            </a:r>
            <a:r>
              <a:rPr sz="1100" spc="1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13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hands-</a:t>
            </a:r>
            <a:r>
              <a:rPr sz="1100" dirty="0">
                <a:latin typeface="Times New Roman"/>
                <a:cs typeface="Times New Roman"/>
              </a:rPr>
              <a:t>on</a:t>
            </a:r>
            <a:r>
              <a:rPr sz="1100" spc="1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activities</a:t>
            </a:r>
            <a:r>
              <a:rPr sz="1100" spc="1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improved</a:t>
            </a:r>
            <a:r>
              <a:rPr sz="1100" spc="1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my</a:t>
            </a:r>
            <a:r>
              <a:rPr sz="1100" spc="1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ability</a:t>
            </a:r>
            <a:r>
              <a:rPr sz="1100" spc="1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1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craft</a:t>
            </a:r>
            <a:r>
              <a:rPr sz="1100" spc="1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accurate</a:t>
            </a:r>
            <a:r>
              <a:rPr sz="1100" spc="13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prompts, </a:t>
            </a:r>
            <a:r>
              <a:rPr sz="1100" dirty="0">
                <a:latin typeface="Times New Roman"/>
                <a:cs typeface="Times New Roman"/>
              </a:rPr>
              <a:t>automate</a:t>
            </a:r>
            <a:r>
              <a:rPr sz="1100" spc="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coding</a:t>
            </a:r>
            <a:r>
              <a:rPr sz="1100" spc="10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tasks,</a:t>
            </a:r>
            <a:r>
              <a:rPr sz="1100" spc="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generate</a:t>
            </a:r>
            <a:r>
              <a:rPr sz="1100" spc="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creative</a:t>
            </a:r>
            <a:r>
              <a:rPr sz="1100" spc="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as</a:t>
            </a:r>
            <a:r>
              <a:rPr sz="1100" spc="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well</a:t>
            </a:r>
            <a:r>
              <a:rPr sz="1100" spc="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as</a:t>
            </a:r>
            <a:r>
              <a:rPr sz="1100" spc="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technical</a:t>
            </a:r>
            <a:r>
              <a:rPr sz="1100" spc="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outputs</a:t>
            </a:r>
            <a:r>
              <a:rPr sz="1100" spc="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using</a:t>
            </a:r>
            <a:r>
              <a:rPr sz="1100" spc="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Python</a:t>
            </a:r>
            <a:r>
              <a:rPr sz="1100" spc="85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and </a:t>
            </a:r>
            <a:r>
              <a:rPr sz="1100" dirty="0">
                <a:latin typeface="Times New Roman"/>
                <a:cs typeface="Times New Roman"/>
              </a:rPr>
              <a:t>AIassisted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tools.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Overall,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this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program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strengthened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my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knowledge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-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AI-driven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innovation, </a:t>
            </a:r>
            <a:r>
              <a:rPr sz="1100" dirty="0">
                <a:latin typeface="Times New Roman"/>
                <a:cs typeface="Times New Roman"/>
              </a:rPr>
              <a:t>improved</a:t>
            </a:r>
            <a:r>
              <a:rPr sz="1100" spc="-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my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coding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proficiency,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equipped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me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with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essential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skills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apply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generative</a:t>
            </a:r>
            <a:r>
              <a:rPr sz="1100" spc="-65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AI </a:t>
            </a:r>
            <a:r>
              <a:rPr sz="1100" dirty="0">
                <a:latin typeface="Times New Roman"/>
                <a:cs typeface="Times New Roman"/>
              </a:rPr>
              <a:t>techniques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real-</a:t>
            </a:r>
            <a:r>
              <a:rPr sz="1100" dirty="0">
                <a:latin typeface="Times New Roman"/>
                <a:cs typeface="Times New Roman"/>
              </a:rPr>
              <a:t>world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scenarios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across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multiple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industries</a:t>
            </a:r>
            <a:r>
              <a:rPr sz="1100" spc="-10" dirty="0" smtClean="0">
                <a:latin typeface="Times New Roman"/>
                <a:cs typeface="Times New Roman"/>
              </a:rPr>
              <a:t>.</a:t>
            </a:r>
            <a:endParaRPr lang="en-US" sz="1100" spc="-10" dirty="0" smtClean="0">
              <a:latin typeface="Times New Roman"/>
              <a:cs typeface="Times New Roman"/>
            </a:endParaRPr>
          </a:p>
          <a:p>
            <a:pPr marL="28575" marR="5080" indent="28575" algn="just">
              <a:lnSpc>
                <a:spcPct val="107500"/>
              </a:lnSpc>
              <a:spcBef>
                <a:spcPts val="690"/>
              </a:spcBef>
            </a:pPr>
            <a:endParaRPr lang="en-US" sz="1100" spc="-10" dirty="0">
              <a:latin typeface="Times New Roman"/>
              <a:cs typeface="Times New Roman"/>
            </a:endParaRPr>
          </a:p>
          <a:p>
            <a:pPr marL="28575" marR="5080" indent="28575" algn="just">
              <a:lnSpc>
                <a:spcPct val="107500"/>
              </a:lnSpc>
              <a:spcBef>
                <a:spcPts val="690"/>
              </a:spcBef>
            </a:pPr>
            <a:endParaRPr lang="en-US" sz="1100" spc="-10" dirty="0" smtClean="0">
              <a:latin typeface="Times New Roman"/>
              <a:cs typeface="Times New Roman"/>
            </a:endParaRPr>
          </a:p>
          <a:p>
            <a:pPr marL="28575" marR="5080" indent="28575" algn="just">
              <a:lnSpc>
                <a:spcPct val="107500"/>
              </a:lnSpc>
              <a:spcBef>
                <a:spcPts val="690"/>
              </a:spcBef>
            </a:pPr>
            <a:endParaRPr lang="en-US" sz="1100" spc="-10" dirty="0">
              <a:latin typeface="Times New Roman"/>
              <a:cs typeface="Times New Roman"/>
            </a:endParaRPr>
          </a:p>
          <a:p>
            <a:pPr marL="28575" marR="5080" indent="28575" algn="just">
              <a:lnSpc>
                <a:spcPct val="107500"/>
              </a:lnSpc>
              <a:spcBef>
                <a:spcPts val="690"/>
              </a:spcBef>
            </a:pPr>
            <a:endParaRPr lang="en-US" sz="1100" spc="-10" dirty="0" smtClean="0">
              <a:latin typeface="Times New Roman"/>
              <a:cs typeface="Times New Roman"/>
            </a:endParaRPr>
          </a:p>
          <a:p>
            <a:pPr marL="28575" marR="5080" indent="28575" algn="just">
              <a:lnSpc>
                <a:spcPct val="107500"/>
              </a:lnSpc>
              <a:spcBef>
                <a:spcPts val="690"/>
              </a:spcBef>
            </a:pPr>
            <a:endParaRPr lang="en-US" sz="1100" spc="-10" dirty="0">
              <a:latin typeface="Times New Roman"/>
              <a:cs typeface="Times New Roman"/>
            </a:endParaRPr>
          </a:p>
          <a:p>
            <a:pPr marL="28575" marR="5080" indent="28575" algn="just">
              <a:lnSpc>
                <a:spcPct val="107500"/>
              </a:lnSpc>
              <a:spcBef>
                <a:spcPts val="690"/>
              </a:spcBef>
            </a:pPr>
            <a:endParaRPr lang="en-US" sz="1100" spc="-10" dirty="0" smtClean="0">
              <a:latin typeface="Times New Roman"/>
              <a:cs typeface="Times New Roman"/>
            </a:endParaRPr>
          </a:p>
          <a:p>
            <a:pPr marL="28575" marR="5080" indent="28575" algn="just">
              <a:lnSpc>
                <a:spcPct val="107500"/>
              </a:lnSpc>
              <a:spcBef>
                <a:spcPts val="690"/>
              </a:spcBef>
            </a:pPr>
            <a:endParaRPr lang="en-US" sz="1100" spc="-10" dirty="0">
              <a:latin typeface="Times New Roman"/>
              <a:cs typeface="Times New Roman"/>
            </a:endParaRPr>
          </a:p>
          <a:p>
            <a:pPr marL="28575" marR="5080" indent="28575" algn="just">
              <a:lnSpc>
                <a:spcPct val="107500"/>
              </a:lnSpc>
              <a:spcBef>
                <a:spcPts val="690"/>
              </a:spcBef>
            </a:pPr>
            <a:r>
              <a:rPr lang="en-US" sz="1400" b="1" spc="-10" dirty="0" smtClean="0">
                <a:latin typeface="Times New Roman"/>
                <a:cs typeface="Times New Roman"/>
              </a:rPr>
              <a:t>GITHUB LINK:</a:t>
            </a:r>
          </a:p>
          <a:p>
            <a:pPr marL="28575" marR="5080" lvl="0" indent="28575" algn="just" rtl="0">
              <a:lnSpc>
                <a:spcPct val="107500"/>
              </a:lnSpc>
              <a:spcBef>
                <a:spcPts val="690"/>
              </a:spcBef>
            </a:pPr>
            <a:r>
              <a:rPr lang="en-US" sz="1100" b="1" spc="-10" dirty="0" smtClean="0">
                <a:latin typeface="Times New Roman"/>
                <a:cs typeface="Times New Roman"/>
              </a:rPr>
              <a:t>	</a:t>
            </a:r>
            <a:r>
              <a:rPr kumimoji="0" lang="en-US" sz="1400" b="1" i="0" u="none" strike="noStrike" cap="none" normalizeH="0" baseline="0" dirty="0" smtClean="0">
                <a:ln>
                  <a:noFill/>
                </a:ln>
                <a:solidFill>
                  <a:srgbClr val="1155C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https://github.com/swathisusila</a:t>
            </a:r>
            <a:r>
              <a:rPr kumimoji="0" lang="en-US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sz="14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" marR="5080" indent="28575" algn="just">
              <a:lnSpc>
                <a:spcPct val="107500"/>
              </a:lnSpc>
              <a:spcBef>
                <a:spcPts val="690"/>
              </a:spcBef>
            </a:pPr>
            <a:endParaRPr lang="en-US" sz="1100" b="1" spc="-10" dirty="0" smtClean="0">
              <a:latin typeface="Times New Roman"/>
              <a:cs typeface="Times New Roman"/>
            </a:endParaRPr>
          </a:p>
          <a:p>
            <a:pPr marL="28575" marR="5080" indent="28575" algn="just">
              <a:lnSpc>
                <a:spcPct val="107500"/>
              </a:lnSpc>
              <a:spcBef>
                <a:spcPts val="690"/>
              </a:spcBef>
            </a:pPr>
            <a:endParaRPr sz="11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6" name="Object 2"/>
          <p:cNvGraphicFramePr>
            <a:graphicFrameLocks noChangeAspect="1"/>
          </p:cNvGraphicFramePr>
          <p:nvPr/>
        </p:nvGraphicFramePr>
        <p:xfrm>
          <a:off x="273050" y="3136900"/>
          <a:ext cx="7105082" cy="5029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8" name="Acrobat Document" r:id="rId3" imgW="8019753" imgH="5676680" progId="AcroExch.Document.DC">
                  <p:embed/>
                </p:oleObj>
              </mc:Choice>
              <mc:Fallback>
                <p:oleObj name="Acrobat Document" r:id="rId3" imgW="8019753" imgH="5676680" progId="AcroExch.Document.DC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3050" y="3136900"/>
                        <a:ext cx="7105082" cy="5029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52" name="Object 4"/>
          <p:cNvGraphicFramePr>
            <a:graphicFrameLocks noChangeAspect="1"/>
          </p:cNvGraphicFramePr>
          <p:nvPr/>
        </p:nvGraphicFramePr>
        <p:xfrm>
          <a:off x="349250" y="3517900"/>
          <a:ext cx="6924225" cy="49011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4" name="Acrobat Document" r:id="rId3" imgW="8019753" imgH="5676680" progId="AcroExch.Document.DC">
                  <p:embed/>
                </p:oleObj>
              </mc:Choice>
              <mc:Fallback>
                <p:oleObj name="Acrobat Document" r:id="rId3" imgW="8019753" imgH="5676680" progId="AcroExch.Document.DC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9250" y="3517900"/>
                        <a:ext cx="6924225" cy="490118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122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5812440"/>
              </p:ext>
            </p:extLst>
          </p:nvPr>
        </p:nvGraphicFramePr>
        <p:xfrm>
          <a:off x="333188" y="2832100"/>
          <a:ext cx="6874062" cy="5311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4" name="Acrobat Document" r:id="rId3" imgW="7543519" imgH="5828904" progId="AcroExch.Document.DC">
                  <p:embed/>
                </p:oleObj>
              </mc:Choice>
              <mc:Fallback>
                <p:oleObj name="Acrobat Document" r:id="rId3" imgW="7543519" imgH="5828904" progId="AcroExch.Document.DC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3188" y="2832100"/>
                        <a:ext cx="6874062" cy="5311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098" name="Object 2"/>
          <p:cNvGraphicFramePr>
            <a:graphicFrameLocks noChangeAspect="1"/>
          </p:cNvGraphicFramePr>
          <p:nvPr/>
        </p:nvGraphicFramePr>
        <p:xfrm>
          <a:off x="577850" y="3289300"/>
          <a:ext cx="6705600" cy="47464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0" name="Acrobat Document" r:id="rId3" imgW="8019753" imgH="5676680" progId="AcroExch.Document.DC">
                  <p:embed/>
                </p:oleObj>
              </mc:Choice>
              <mc:Fallback>
                <p:oleObj name="Acrobat Document" r:id="rId3" imgW="8019753" imgH="5676680" progId="AcroExch.Document.DC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7850" y="3289300"/>
                        <a:ext cx="6705600" cy="474643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147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95479130"/>
              </p:ext>
            </p:extLst>
          </p:nvPr>
        </p:nvGraphicFramePr>
        <p:xfrm>
          <a:off x="273050" y="2638136"/>
          <a:ext cx="7153835" cy="55279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9" name="Acrobat Document" r:id="rId3" imgW="7543519" imgH="5828904" progId="AcroExch.Document.DC">
                  <p:embed/>
                </p:oleObj>
              </mc:Choice>
              <mc:Fallback>
                <p:oleObj name="Acrobat Document" r:id="rId3" imgW="7543519" imgH="5828904" progId="AcroExch.Document.DC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3050" y="2638136"/>
                        <a:ext cx="7153835" cy="552796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170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05312055"/>
              </p:ext>
            </p:extLst>
          </p:nvPr>
        </p:nvGraphicFramePr>
        <p:xfrm>
          <a:off x="305155" y="2451100"/>
          <a:ext cx="7100047" cy="548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2" name="Acrobat Document" r:id="rId3" imgW="7543519" imgH="5828904" progId="AcroExch.Document.DC">
                  <p:embed/>
                </p:oleObj>
              </mc:Choice>
              <mc:Fallback>
                <p:oleObj name="Acrobat Document" r:id="rId3" imgW="7543519" imgH="5828904" progId="AcroExch.Document.DC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155" y="2451100"/>
                        <a:ext cx="7100047" cy="548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195" name="Object 3"/>
          <p:cNvGraphicFramePr>
            <a:graphicFrameLocks noChangeAspect="1"/>
          </p:cNvGraphicFramePr>
          <p:nvPr/>
        </p:nvGraphicFramePr>
        <p:xfrm>
          <a:off x="501649" y="3213100"/>
          <a:ext cx="6782123" cy="480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7" name="Acrobat Document" r:id="rId3" imgW="8019753" imgH="5676680" progId="AcroExch.Document.DC">
                  <p:embed/>
                </p:oleObj>
              </mc:Choice>
              <mc:Fallback>
                <p:oleObj name="Acrobat Document" r:id="rId3" imgW="8019753" imgH="5676680" progId="AcroExch.Document.DC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1649" y="3213100"/>
                        <a:ext cx="6782123" cy="4800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218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36639823"/>
              </p:ext>
            </p:extLst>
          </p:nvPr>
        </p:nvGraphicFramePr>
        <p:xfrm>
          <a:off x="196850" y="2603500"/>
          <a:ext cx="7200900" cy="55643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0" name="Acrobat Document" r:id="rId3" imgW="7543519" imgH="5828904" progId="AcroExch.Document.DC">
                  <p:embed/>
                </p:oleObj>
              </mc:Choice>
              <mc:Fallback>
                <p:oleObj name="Acrobat Document" r:id="rId3" imgW="7543519" imgH="5828904" progId="AcroExch.Document.DC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6850" y="2603500"/>
                        <a:ext cx="7200900" cy="556433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162</TotalTime>
  <Words>3765</Words>
  <Application>Microsoft Office PowerPoint</Application>
  <PresentationFormat>Custom</PresentationFormat>
  <Paragraphs>604</Paragraphs>
  <Slides>43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51" baseType="lpstr">
      <vt:lpstr>Arial</vt:lpstr>
      <vt:lpstr>Arial MT</vt:lpstr>
      <vt:lpstr>Calibri</vt:lpstr>
      <vt:lpstr>Tahoma</vt:lpstr>
      <vt:lpstr>Times New Roman</vt:lpstr>
      <vt:lpstr>Trebuchet MS</vt:lpstr>
      <vt:lpstr>Office Theme</vt:lpstr>
      <vt:lpstr>Acrobat Document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MD BAT</dc:creator>
  <cp:lastModifiedBy>MY</cp:lastModifiedBy>
  <cp:revision>9</cp:revision>
  <dcterms:created xsi:type="dcterms:W3CDTF">2025-11-04T04:31:10Z</dcterms:created>
  <dcterms:modified xsi:type="dcterms:W3CDTF">2025-11-05T09:11:25Z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2025-11-04T00:00:00Z</vt:filetime>
  </property>
  <property fmtid="{D5CDD505-2E9C-101B-9397-08002B2CF9AE}" pid="3" name="Creator">
    <vt:lpwstr>Microsoft Word</vt:lpwstr>
  </property>
  <property fmtid="{D5CDD505-2E9C-101B-9397-08002B2CF9AE}" pid="4" name="LastSaved">
    <vt:filetime>2025-11-04T00:00:00Z</vt:filetime>
  </property>
</Properties>
</file>